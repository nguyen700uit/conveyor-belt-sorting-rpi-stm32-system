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c8ac9b941f49ae" /><Relationship Type="http://schemas.openxmlformats.org/officeDocument/2006/relationships/extended-properties" Target="/docProps/app.xml" Id="R69d5fce45c194eef" /><Relationship Type="http://schemas.openxmlformats.org/officeDocument/2006/relationships/officeDocument" Target="/ppt/presentation.xml" Id="Rb07bb3bae6754f00" /></Relationships>
</file>

<file path=ppt/presentation.xml><?xml version="1.0" encoding="utf-8"?>
<p:presentation xmlns:p="http://schemas.openxmlformats.org/presentationml/2006/main">
  <p:sldMasterIdLst>
    <p:sldMasterId xmlns:r="http://schemas.openxmlformats.org/officeDocument/2006/relationships" id="2147483648" r:id="R9045396de0774372"/>
  </p:sldMasterIdLst>
  <p:notesMasterIdLst>
    <p:notesMasterId xmlns:r="http://schemas.openxmlformats.org/officeDocument/2006/relationships" r:id="Reb51a58031364d01"/>
  </p:notesMasterIdLst>
  <p:sldIdLst>
    <p:sldId xmlns:r="http://schemas.openxmlformats.org/officeDocument/2006/relationships" id="256" r:id="Rde610d37c27c4cf0"/>
    <p:sldId xmlns:r="http://schemas.openxmlformats.org/officeDocument/2006/relationships" id="257" r:id="Rb282b55d92fc45f7"/>
    <p:sldId xmlns:r="http://schemas.openxmlformats.org/officeDocument/2006/relationships" id="258" r:id="R704b75c008c14537"/>
    <p:sldId xmlns:r="http://schemas.openxmlformats.org/officeDocument/2006/relationships" id="259" r:id="R5f53127fb74f4fc2"/>
    <p:sldId xmlns:r="http://schemas.openxmlformats.org/officeDocument/2006/relationships" id="260" r:id="R03e51b8b24144313"/>
    <p:sldId xmlns:r="http://schemas.openxmlformats.org/officeDocument/2006/relationships" id="261" r:id="Rd7f19ab55a7c4e36"/>
    <p:sldId xmlns:r="http://schemas.openxmlformats.org/officeDocument/2006/relationships" id="262" r:id="Rbab099c6a85444e4"/>
    <p:sldId xmlns:r="http://schemas.openxmlformats.org/officeDocument/2006/relationships" id="263" r:id="Rf8eef7371c894f67"/>
    <p:sldId xmlns:r="http://schemas.openxmlformats.org/officeDocument/2006/relationships" id="264" r:id="R19c357ebdaf94c67"/>
    <p:sldId xmlns:r="http://schemas.openxmlformats.org/officeDocument/2006/relationships" id="265" r:id="R0a508d9d02874893"/>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6ea46536318423b" /><Relationship Type="http://schemas.openxmlformats.org/officeDocument/2006/relationships/slideMaster" Target="/ppt/slideMasters/slideMaster1.xml" Id="R9045396de0774372" /><Relationship Type="http://schemas.openxmlformats.org/officeDocument/2006/relationships/notesMaster" Target="/ppt/notesMasters/notesMaster1.xml" Id="Reb51a58031364d01" /><Relationship Type="http://schemas.openxmlformats.org/officeDocument/2006/relationships/presProps" Target="/ppt/presProps.xml" Id="R2fd9e23aeb8b45b5" /><Relationship Type="http://schemas.openxmlformats.org/officeDocument/2006/relationships/viewProps" Target="/ppt/viewProps.xml" Id="R98a3af7345f0468a" /><Relationship Type="http://schemas.openxmlformats.org/officeDocument/2006/relationships/tableStyles" Target="/ppt/tableStyles.xml" Id="Ra51c1917eef94ee6" /><Relationship Type="http://schemas.openxmlformats.org/officeDocument/2006/relationships/slide" Target="/ppt/slides/slide1.xml" Id="Rde610d37c27c4cf0" /><Relationship Type="http://schemas.openxmlformats.org/officeDocument/2006/relationships/slide" Target="/ppt/slides/slide2.xml" Id="Rb282b55d92fc45f7" /><Relationship Type="http://schemas.openxmlformats.org/officeDocument/2006/relationships/slide" Target="/ppt/slides/slide3.xml" Id="R704b75c008c14537" /><Relationship Type="http://schemas.openxmlformats.org/officeDocument/2006/relationships/slide" Target="/ppt/slides/slide4.xml" Id="R5f53127fb74f4fc2" /><Relationship Type="http://schemas.openxmlformats.org/officeDocument/2006/relationships/slide" Target="/ppt/slides/slide5.xml" Id="R03e51b8b24144313" /><Relationship Type="http://schemas.openxmlformats.org/officeDocument/2006/relationships/slide" Target="/ppt/slides/slide6.xml" Id="Rd7f19ab55a7c4e36" /><Relationship Type="http://schemas.openxmlformats.org/officeDocument/2006/relationships/slide" Target="/ppt/slides/slide7.xml" Id="Rbab099c6a85444e4" /><Relationship Type="http://schemas.openxmlformats.org/officeDocument/2006/relationships/slide" Target="/ppt/slides/slide8.xml" Id="Rf8eef7371c894f67" /><Relationship Type="http://schemas.openxmlformats.org/officeDocument/2006/relationships/slide" Target="/ppt/slides/slide9.xml" Id="R19c357ebdaf94c67" /><Relationship Type="http://schemas.openxmlformats.org/officeDocument/2006/relationships/slide" Target="/ppt/slides/slide10.xml" Id="R0a508d9d028748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40078cb00a4b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E Green v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354d8dd89d43cb" /><Relationship Type="http://schemas.openxmlformats.org/officeDocument/2006/relationships/notesMaster" Target="/ppt/notesMasters/notesMaster1.xml" Id="Rc19f4e48035545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6805e0c2d34c4d" /><Relationship Type="http://schemas.openxmlformats.org/officeDocument/2006/relationships/notesMaster" Target="/ppt/notesMasters/notesMaster1.xml" Id="R1bd4c6db85f142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d21f00e80b48af" /><Relationship Type="http://schemas.openxmlformats.org/officeDocument/2006/relationships/notesMaster" Target="/ppt/notesMasters/notesMaster1.xml" Id="R06d06e50db564c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6b2b8c6e7b4dad" /><Relationship Type="http://schemas.openxmlformats.org/officeDocument/2006/relationships/notesMaster" Target="/ppt/notesMasters/notesMaster1.xml" Id="Rd2c567a996824a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0563467e654185" /><Relationship Type="http://schemas.openxmlformats.org/officeDocument/2006/relationships/notesMaster" Target="/ppt/notesMasters/notesMaster1.xml" Id="Re9ef0fd00be949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cb996792634ca0" /><Relationship Type="http://schemas.openxmlformats.org/officeDocument/2006/relationships/notesMaster" Target="/ppt/notesMasters/notesMaster1.xml" Id="Redfa15919c7844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e4f06dce8e46a7" /><Relationship Type="http://schemas.openxmlformats.org/officeDocument/2006/relationships/notesMaster" Target="/ppt/notesMasters/notesMaster1.xml" Id="Rd00219221d0b42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7d177c4f744fa3" /><Relationship Type="http://schemas.openxmlformats.org/officeDocument/2006/relationships/notesMaster" Target="/ppt/notesMasters/notesMaster1.xml" Id="R41c43c7a678a47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ce8c67e17844cf" /><Relationship Type="http://schemas.openxmlformats.org/officeDocument/2006/relationships/notesMaster" Target="/ppt/notesMasters/notesMaster1.xml" Id="R61b2caccb80f4c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576c4f6a444487" /><Relationship Type="http://schemas.openxmlformats.org/officeDocument/2006/relationships/notesMaster" Target="/ppt/notesMasters/notesMaster1.xml" Id="R556d404d35214e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Cập nhật từ nhóm: mô hình chưa nhận diện tốt trái chín do chênh lệch dữ liệu giữa các loại. Hướng khắc phục đề xuất là thu thêm ảnh tắc chín, cân bằng dữ liệu và huấn luyện lại. Bước tiếp theo của nhóm là lập trình logic và firmware cho hệ thống.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Các mục bổ sung và kiểm tra dữ liệu là công việc đề xuất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Nguồn ảnh: ảnh số 1, 3 và 5 trong tin nhắn của người dùng. green tương ứng tắc sống. Bộ ảnh cung cấp chưa có ví dụ nhãn tắc chín. Độ tin cậy không thể dùng làm độ chính xác toàn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Nguồn ảnh: ảnh số 2 và 4 trong tin nhắn của người dùng. damaged tương ứng tắc hư.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27a11df69a414c" /><Relationship Type="http://schemas.openxmlformats.org/officeDocument/2006/relationships/image" Target="/ppt/media/image.png" Id="R1cd6390d4abf4cc7" /><Relationship Type="http://schemas.openxmlformats.org/officeDocument/2006/relationships/image" Target="/ppt/media/image2.png" Id="Rb3f34899eca7475c" /><Relationship Type="http://schemas.openxmlformats.org/officeDocument/2006/relationships/image" Target="/ppt/media/image3.png" Id="R205c418a3dad40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3ab8aea65c4afe" /><Relationship Type="http://schemas.openxmlformats.org/officeDocument/2006/relationships/image" Target="/ppt/media/image4.png" Id="R5063a27f190345a4" /><Relationship Type="http://schemas.openxmlformats.org/officeDocument/2006/relationships/image" Target="/ppt/media/image2.png" Id="R919b8cfe87924bd8" /><Relationship Type="http://schemas.openxmlformats.org/officeDocument/2006/relationships/image" Target="/ppt/media/image3.png" Id="Rd5a2a4a711ee402e" /><Relationship Type="http://schemas.openxmlformats.org/officeDocument/2006/relationships/image" Target="/ppt/media/image.jpeg" Id="R07aecaf015824e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cec46755e04591" /><Relationship Type="http://schemas.openxmlformats.org/officeDocument/2006/relationships/image" Target="/ppt/media/image5.png" Id="R05ca20ce8dc14020" /><Relationship Type="http://schemas.openxmlformats.org/officeDocument/2006/relationships/image" Target="/ppt/media/image2.png" Id="R651b4cfa9f214059" /><Relationship Type="http://schemas.openxmlformats.org/officeDocument/2006/relationships/image" Target="/ppt/media/image3.png" Id="R76abcca0527f44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075a8f8aa044ff" /><Relationship Type="http://schemas.openxmlformats.org/officeDocument/2006/relationships/image" Target="/ppt/media/image5.png" Id="Rcd959b95fa9349a7" /><Relationship Type="http://schemas.openxmlformats.org/officeDocument/2006/relationships/image" Target="/ppt/media/image2.png" Id="R5c57c990d5624af3" /><Relationship Type="http://schemas.openxmlformats.org/officeDocument/2006/relationships/image" Target="/ppt/media/image3.png" Id="R3928cc815ff747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9679c899864685" /><Relationship Type="http://schemas.openxmlformats.org/officeDocument/2006/relationships/image" Target="/ppt/media/image5.png" Id="R81952bce82e544d6" /><Relationship Type="http://schemas.openxmlformats.org/officeDocument/2006/relationships/image" Target="/ppt/media/image2.png" Id="Rd01fb0711b114101" /><Relationship Type="http://schemas.openxmlformats.org/officeDocument/2006/relationships/image" Target="/ppt/media/image3.png" Id="R06711b1db5654c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5ba2685c6f4a1e" /><Relationship Type="http://schemas.openxmlformats.org/officeDocument/2006/relationships/image" Target="/ppt/media/image5.png" Id="R3da3d94b7bc5411c" /><Relationship Type="http://schemas.openxmlformats.org/officeDocument/2006/relationships/image" Target="/ppt/media/image2.png" Id="R9b3540ed451f427f" /><Relationship Type="http://schemas.openxmlformats.org/officeDocument/2006/relationships/image" Target="/ppt/media/image3.png" Id="Rbdfe76187cd641b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0912a7981e4108" /><Relationship Type="http://schemas.openxmlformats.org/officeDocument/2006/relationships/image" Target="/ppt/media/image5.png" Id="R36d3969f499f4e9f" /><Relationship Type="http://schemas.openxmlformats.org/officeDocument/2006/relationships/image" Target="/ppt/media/image2.png" Id="Rd6ddeb4129994b37" /><Relationship Type="http://schemas.openxmlformats.org/officeDocument/2006/relationships/image" Target="/ppt/media/image3.png" Id="R1d0edeca4ac843e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c8eaf2cd2634d89" /><Relationship Type="http://schemas.openxmlformats.org/officeDocument/2006/relationships/image" Target="/ppt/media/image5.png" Id="R933bdd5706c544fa" /><Relationship Type="http://schemas.openxmlformats.org/officeDocument/2006/relationships/image" Target="/ppt/media/image2.png" Id="R634dc6057f8c40c6" /><Relationship Type="http://schemas.openxmlformats.org/officeDocument/2006/relationships/image" Target="/ppt/media/image3.png" Id="Rbca077e07ce44bd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d4ca162a3df406d" /><Relationship Type="http://schemas.openxmlformats.org/officeDocument/2006/relationships/image" Target="/ppt/media/image5.png" Id="Ra6712ec511a84c66" /><Relationship Type="http://schemas.openxmlformats.org/officeDocument/2006/relationships/image" Target="/ppt/media/image2.png" Id="Rbfd85f120f58467f" /><Relationship Type="http://schemas.openxmlformats.org/officeDocument/2006/relationships/image" Target="/ppt/media/image3.png" Id="R167789faca59411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67a50b42570469c" /><Relationship Type="http://schemas.openxmlformats.org/officeDocument/2006/relationships/image" Target="/ppt/media/image5.png" Id="R04f39e66c2ef4112" /><Relationship Type="http://schemas.openxmlformats.org/officeDocument/2006/relationships/image" Target="/ppt/media/image2.png" Id="R5470582450c64e8d" /><Relationship Type="http://schemas.openxmlformats.org/officeDocument/2006/relationships/image" Target="/ppt/media/image3.png" Id="R67a937e6480e4ec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38a494c7297417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4e7c66c54674d7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2f703f98c0c4f40"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0c730c04a34e4d1e" /><Relationship Type="http://schemas.openxmlformats.org/officeDocument/2006/relationships/image" Target="/ppt/media/image5.png" Id="R82ddc1cc14524cc1" /><Relationship Type="http://schemas.openxmlformats.org/officeDocument/2006/relationships/image" Target="/ppt/media/image2.png" Id="R62cc7c82e5bf4ea0" /><Relationship Type="http://schemas.openxmlformats.org/officeDocument/2006/relationships/image" Target="/ppt/media/image3.png" Id="Ra863c695ab22438f"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1ebfa84b22140eb" /><Relationship Type="http://schemas.openxmlformats.org/officeDocument/2006/relationships/image" Target="/ppt/media/image5.png" Id="R62ebfadb450b42e3" /><Relationship Type="http://schemas.openxmlformats.org/officeDocument/2006/relationships/image" Target="/ppt/media/image2.png" Id="Rf5874657622b4c65" /><Relationship Type="http://schemas.openxmlformats.org/officeDocument/2006/relationships/image" Target="/ppt/media/image3.png" Id="R01874748f7a94f2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a28965e72cd4e1e" /><Relationship Type="http://schemas.openxmlformats.org/officeDocument/2006/relationships/image" Target="/ppt/media/image5.png" Id="Re08d6a1310d04b42" /><Relationship Type="http://schemas.openxmlformats.org/officeDocument/2006/relationships/image" Target="/ppt/media/image2.png" Id="R7a623ad18f594f49" /><Relationship Type="http://schemas.openxmlformats.org/officeDocument/2006/relationships/image" Target="/ppt/media/image3.png" Id="R676ef19e5f754cff"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c0e613b46564f7e" /><Relationship Type="http://schemas.openxmlformats.org/officeDocument/2006/relationships/image" Target="/ppt/media/image5.png" Id="R679dcd20a0994e1e" /><Relationship Type="http://schemas.openxmlformats.org/officeDocument/2006/relationships/image" Target="/ppt/media/image2.png" Id="R73680984db694e6a" /><Relationship Type="http://schemas.openxmlformats.org/officeDocument/2006/relationships/image" Target="/ppt/media/image3.png" Id="Rcb157282db6f442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0719B2E-DC3C-7989-BF9C-E418B1F120BA}"/>
              </a:ext>
            </a:extLst>
          </p:cNvPr>
          <p:cNvSpPr>
            <a:spLocks xmlns:a="http://schemas.openxmlformats.org/drawingml/2006/main" noGrp="1"/>
          </p:cNvSpPr>
          <p:nvPr/>
        </p:nvSpPr>
        <p:spPr>
          <a:xfrm xmlns:a="http://schemas.openxmlformats.org/drawingml/2006/main">
            <a:off x="-24143" y="0"/>
            <a:ext cx="633743" cy="6858000"/>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algn="l"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1F8ED77-1B03-1740-9FA5-C31B68B30520}"/>
              </a:ext>
            </a:extLst>
          </p:cNvPr>
          <p:cNvSpPr>
            <a:spLocks xmlns:a="http://schemas.openxmlformats.org/drawingml/2006/main" noGrp="1"/>
          </p:cNvSpPr>
          <p:nvPr/>
        </p:nvSpPr>
        <p:spPr>
          <a:xfrm xmlns:a="http://schemas.openxmlformats.org/drawingml/2006/main" flipV="1">
            <a:off x="-31247" y="0"/>
            <a:ext cx="633743" cy="6858000"/>
          </a:xfrm>
          <a:prstGeom xmlns:a="http://schemas.openxmlformats.org/drawingml/2006/main" prst="rect">
            <a:avLst/>
          </a:prstGeom>
          <a:blipFill xmlns:a="http://schemas.openxmlformats.org/drawingml/2006/main">
            <a:blip xmlns:r="http://schemas.openxmlformats.org/officeDocument/2006/relationships" r:embed="R1cd6390d4abf4cc7"/>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C6A63ACE-37E2-79AD-3312-2CAEC1D54166}"/>
              </a:ext>
            </a:extLst>
          </p:cNvPr>
          <p:cNvSpPr>
            <a:spLocks xmlns:a="http://schemas.openxmlformats.org/drawingml/2006/main" noGrp="1"/>
          </p:cNvSpPr>
          <p:nvPr/>
        </p:nvSpPr>
        <p:spPr>
          <a:xfrm xmlns:a="http://schemas.openxmlformats.org/drawingml/2006/main" rot="16200000">
            <a:off x="-1800908" y="4465666"/>
            <a:ext cx="4173065" cy="33855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2" name="Title 1">
            <a:extLst xmlns:a="http://schemas.openxmlformats.org/drawingml/2006/main">
              <a:ext uri="{FF2B5EF4-FFF2-40B4-BE49-F238E27FC236}">
                <a16:creationId xmlns:a16="http://schemas.microsoft.com/office/drawing/2014/main" id="{E5107C67-82A0-4CBA-9B64-FDD5B623EB0C}"/>
              </a:ext>
            </a:extLst>
          </p:cNvPr>
          <p:cNvSpPr>
            <a:spLocks xmlns:a="http://schemas.openxmlformats.org/drawingml/2006/main" noGrp="1"/>
          </p:cNvSpPr>
          <p:nvPr>
            <p:ph type="ctrTitle" idx="0"/>
          </p:nvPr>
        </p:nvSpPr>
        <p:spPr>
          <a:xfrm xmlns:a="http://schemas.openxmlformats.org/drawingml/2006/main">
            <a:off x="1524000" y="1923591"/>
            <a:ext cx="9144000" cy="2387600"/>
          </a:xfrm>
          <a:prstGeom xmlns:a="http://schemas.openxmlformats.org/drawingml/2006/main" prst="roundRect">
            <a:avLst>
              <a:gd name="adj" fmla="val 3901"/>
            </a:avLst>
          </a:prstGeom>
          <a:noFill xmlns:a="http://schemas.openxmlformats.org/drawingml/2006/main"/>
          <a:ln xmlns:a="http://schemas.openxmlformats.org/drawingml/2006/main" w="25400">
            <a:gradFill>
              <a:gsLst>
                <a:gs pos="0">
                  <a:schemeClr val="accent3">
                    <a:lumMod val="75000"/>
                  </a:schemeClr>
                </a:gs>
                <a:gs pos="100000">
                  <a:schemeClr val="accent4">
                    <a:lumMod val="75000"/>
                  </a:schemeClr>
                </a:gs>
              </a:gsLst>
              <a:lin ang="5400000" scaled="1"/>
            </a:gradFill>
          </a:ln>
        </p:spPr>
        <p:txBody>
          <a:bodyPr xmlns:a="http://schemas.openxmlformats.org/drawingml/2006/main" anchor="ctr"/>
          <a:lstStyle xmlns:a="http://schemas.openxmlformats.org/drawingml/2006/main">
            <a:lvl1pPr algn="ctr">
              <a:buNone/>
              <a:defRPr sz="6000" b="1">
                <a:gradFill flip="none" rotWithShape="1">
                  <a:gsLst>
                    <a:gs pos="0">
                      <a:srgbClr val="11998E"/>
                    </a:gs>
                    <a:gs pos="100000">
                      <a:srgbClr val="38EF7D"/>
                    </a:gs>
                  </a:gsLst>
                  <a:lin ang="16200000" scaled="1"/>
                  <a:tileRect/>
                </a:gradFill>
              </a:defRPr>
            </a:lvl1pPr>
          </a:lstStyle>
          <a:p xmlns:a="http://schemas.openxmlformats.org/drawingml/2006/main">
            <a:r>
              <a:t>Click to edit Master title style</a:t>
            </a:r>
          </a:p>
        </p:txBody>
      </p:sp>
      <p:sp>
        <p:nvSpPr>
          <p:cNvPr id="4" name="Date Placeholder 3">
            <a:extLst xmlns:a="http://schemas.openxmlformats.org/drawingml/2006/main">
              <a:ext uri="{FF2B5EF4-FFF2-40B4-BE49-F238E27FC236}">
                <a16:creationId xmlns:a16="http://schemas.microsoft.com/office/drawing/2014/main" id="{34979C0B-82D6-4368-9B5F-0B79FABEE7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2203D80-2A77-FF40-B2F3-C1B60766027B}"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99BE0BBA-576F-4B37-84EE-5826F31AD3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14" name="Oval 13">
            <a:extLst xmlns:a="http://schemas.openxmlformats.org/drawingml/2006/main">
              <a:ext uri="{FF2B5EF4-FFF2-40B4-BE49-F238E27FC236}">
                <a16:creationId xmlns:a16="http://schemas.microsoft.com/office/drawing/2014/main" id="{3358F1D4-800B-8791-DFC5-8A5607735CCD}"/>
              </a:ext>
            </a:extLst>
          </p:cNvPr>
          <p:cNvSpPr>
            <a:spLocks xmlns:a="http://schemas.openxmlformats.org/drawingml/2006/main" noGrp="1"/>
          </p:cNvSpPr>
          <p:nvPr/>
        </p:nvSpPr>
        <p:spPr>
          <a:xfrm xmlns:a="http://schemas.openxmlformats.org/drawingml/2006/main" rot="0" flipH="0" flipV="0">
            <a:off x="11508226" y="243069"/>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B20D358D-A251-F06A-7DC9-D456AA169459}"/>
              </a:ext>
            </a:extLst>
          </p:cNvPr>
          <p:cNvSpPr>
            <a:spLocks xmlns:a="http://schemas.openxmlformats.org/drawingml/2006/main" noGrp="1"/>
          </p:cNvSpPr>
          <p:nvPr/>
        </p:nvSpPr>
        <p:spPr>
          <a:xfrm xmlns:a="http://schemas.openxmlformats.org/drawingml/2006/main" rot="0" flipH="0" flipV="0">
            <a:off x="11657641" y="392484"/>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ounded Rectangle 22">
            <a:extLst xmlns:a="http://schemas.openxmlformats.org/drawingml/2006/main">
              <a:ext uri="{FF2B5EF4-FFF2-40B4-BE49-F238E27FC236}">
                <a16:creationId xmlns:a16="http://schemas.microsoft.com/office/drawing/2014/main" id="{2DB618A9-33C1-376A-428B-F9CC7F7D80AF}"/>
              </a:ext>
            </a:extLst>
          </p:cNvPr>
          <p:cNvSpPr>
            <a:spLocks xmlns:a="http://schemas.openxmlformats.org/drawingml/2006/main" noGrp="1"/>
          </p:cNvSpPr>
          <p:nvPr/>
        </p:nvSpPr>
        <p:spPr>
          <a:xfrm xmlns:a="http://schemas.openxmlformats.org/drawingml/2006/main" rot="0" flipH="0" flipV="0">
            <a:off x="4479985" y="195532"/>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Rounded Rectangle 21">
            <a:extLst xmlns:a="http://schemas.openxmlformats.org/drawingml/2006/main">
              <a:ext uri="{FF2B5EF4-FFF2-40B4-BE49-F238E27FC236}">
                <a16:creationId xmlns:a16="http://schemas.microsoft.com/office/drawing/2014/main" id="{CB65CCD6-D2F8-CF1A-F92C-147178B9AE40}"/>
              </a:ext>
            </a:extLst>
          </p:cNvPr>
          <p:cNvSpPr>
            <a:spLocks xmlns:a="http://schemas.openxmlformats.org/drawingml/2006/main" noGrp="1"/>
          </p:cNvSpPr>
          <p:nvPr/>
        </p:nvSpPr>
        <p:spPr>
          <a:xfrm xmlns:a="http://schemas.openxmlformats.org/drawingml/2006/main" rot="0" flipH="0" flipV="0">
            <a:off x="4538308" y="247555"/>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Picture 17">
            <a:extLst xmlns:a="http://schemas.openxmlformats.org/drawingml/2006/main">
              <a:ext uri="{FF2B5EF4-FFF2-40B4-BE49-F238E27FC236}">
                <a16:creationId xmlns:a16="http://schemas.microsoft.com/office/drawing/2014/main" id="{4D388BCB-0C62-4E64-A011-9B69B214164D}"/>
              </a:ext>
            </a:extLst>
          </p:cNvPr>
          <p:cNvPicPr>
            <a:picLocks xmlns:a="http://schemas.openxmlformats.org/drawingml/2006/main" noChangeAspect="1"/>
          </p:cNvPicPr>
          <p:nvPr/>
        </p:nvPicPr>
        <p:blipFill>
          <a:blip xmlns:r="http://schemas.openxmlformats.org/officeDocument/2006/relationships" xmlns:a="http://schemas.openxmlformats.org/drawingml/2006/main" r:embed="Rb3f34899eca7475c"/>
          <a:stretch xmlns:a="http://schemas.openxmlformats.org/drawingml/2006/main">
            <a:fillRect l="0" t="0" r="0" b="0"/>
          </a:stretch>
        </p:blipFill>
        <p:spPr>
          <a:xfrm xmlns:a="http://schemas.openxmlformats.org/drawingml/2006/main" rot="0" flipH="0" flipV="0">
            <a:off x="6290964" y="131938"/>
            <a:ext cx="775538" cy="768394"/>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09BAB05D-AC2B-4B1D-83A4-F3D41CBC8DBB}"/>
              </a:ext>
            </a:extLst>
          </p:cNvPr>
          <p:cNvPicPr>
            <a:picLocks xmlns:a="http://schemas.openxmlformats.org/drawingml/2006/main" noChangeAspect="1"/>
          </p:cNvPicPr>
          <p:nvPr/>
        </p:nvPicPr>
        <p:blipFill>
          <a:blip xmlns:r="http://schemas.openxmlformats.org/officeDocument/2006/relationships" xmlns:a="http://schemas.openxmlformats.org/drawingml/2006/main" r:embed="R205c418a3dad40d4"/>
          <a:stretch xmlns:a="http://schemas.openxmlformats.org/drawingml/2006/main">
            <a:fillRect l="0" t="0" r="0" b="0"/>
          </a:stretch>
        </p:blipFill>
        <p:spPr>
          <a:xfrm xmlns:a="http://schemas.openxmlformats.org/drawingml/2006/main" rot="0" flipH="0" flipV="0">
            <a:off x="5125498" y="155628"/>
            <a:ext cx="871676" cy="721013"/>
          </a:xfrm>
          <a:prstGeom xmlns:a="http://schemas.openxmlformats.org/drawingml/2006/main" prst="rect">
            <a:avLst/>
          </a:prstGeom>
        </p:spPr>
      </p:pic>
      <p:sp>
        <p:nvSpPr>
          <p:cNvPr id="49" name="Text Placeholder 48">
            <a:extLst xmlns:a="http://schemas.openxmlformats.org/drawingml/2006/main">
              <a:ext uri="{FF2B5EF4-FFF2-40B4-BE49-F238E27FC236}">
                <a16:creationId xmlns:a16="http://schemas.microsoft.com/office/drawing/2014/main" id="{269B9A8A-4866-4619-F199-78B53536095A}"/>
              </a:ext>
            </a:extLst>
          </p:cNvPr>
          <p:cNvSpPr>
            <a:spLocks xmlns:a="http://schemas.openxmlformats.org/drawingml/2006/main" noGrp="1"/>
          </p:cNvSpPr>
          <p:nvPr>
            <p:ph type="body" idx="14" hasCustomPrompt="1"/>
          </p:nvPr>
        </p:nvSpPr>
        <p:spPr>
          <a:xfrm xmlns:a="http://schemas.openxmlformats.org/drawingml/2006/main">
            <a:off x="1524000" y="5542055"/>
            <a:ext cx="9144000" cy="519113"/>
          </a:xfrm>
        </p:spPr>
        <p:txBody>
          <a:bodyPr xmlns:a="http://schemas.openxmlformats.org/drawingml/2006/main" anchor="ctr">
            <a:normAutofit/>
          </a:bodyPr>
          <a:lstStyle xmlns:a="http://schemas.openxmlformats.org/drawingml/2006/main">
            <a:lvl1pPr marL="0" indent="0" algn="ctr">
              <a:buNone/>
              <a:defRPr sz="1800" i="1"/>
            </a:lvl1pPr>
          </a:lstStyle>
          <a:p xmlns:a="http://schemas.openxmlformats.org/drawingml/2006/main">
            <a:pPr lvl="0">
              <a:buNone/>
            </a:pPr>
            <a:r>
              <a:t>Địa điểm, Ngày Tháng Năm</a:t>
            </a:r>
          </a:p>
        </p:txBody>
      </p:sp>
      <p:sp>
        <p:nvSpPr>
          <p:cNvPr id="51" name="Text Placeholder 50">
            <a:extLst xmlns:a="http://schemas.openxmlformats.org/drawingml/2006/main">
              <a:ext uri="{FF2B5EF4-FFF2-40B4-BE49-F238E27FC236}">
                <a16:creationId xmlns:a16="http://schemas.microsoft.com/office/drawing/2014/main" id="{2A9389A2-74BD-31C8-FDCD-6A93E9D759B8}"/>
              </a:ext>
            </a:extLst>
          </p:cNvPr>
          <p:cNvSpPr>
            <a:spLocks xmlns:a="http://schemas.openxmlformats.org/drawingml/2006/main" noGrp="1"/>
          </p:cNvSpPr>
          <p:nvPr>
            <p:ph type="body" idx="15" hasCustomPrompt="1"/>
          </p:nvPr>
        </p:nvSpPr>
        <p:spPr>
          <a:xfrm xmlns:a="http://schemas.openxmlformats.org/drawingml/2006/main">
            <a:off x="3730283" y="1550070"/>
            <a:ext cx="2365717" cy="381000"/>
          </a:xfrm>
          <a:prstGeom xmlns:a="http://schemas.openxmlformats.org/drawingml/2006/main" prst="roundRect">
            <a:avLst>
              <a:gd name="adj" fmla="val 8146"/>
            </a:avLst>
          </a:prstGeom>
          <a:gradFill xmlns:a="http://schemas.openxmlformats.org/drawingml/2006/main" flip="none" rotWithShape="1">
            <a:gsLst>
              <a:gs pos="100000">
                <a:schemeClr val="accent3">
                  <a:lumMod val="75000"/>
                </a:schemeClr>
              </a:gs>
              <a:gs pos="0">
                <a:schemeClr val="accent4">
                  <a:lumMod val="75000"/>
                </a:schemeClr>
              </a:gs>
            </a:gsLst>
            <a:lin ang="2700000" scaled="1"/>
            <a:tileRect/>
          </a:gradFill>
          <a:effectLst xmlns:a="http://schemas.openxmlformats.org/drawingml/2006/main">
            <a:innerShdw blurRad="127000">
              <a:schemeClr val="bg1">
                <a:alpha val="80000"/>
              </a:schemeClr>
            </a:innerShdw>
          </a:effectLst>
        </p:spPr>
        <p:txBody>
          <a:bodyPr xmlns:a="http://schemas.openxmlformats.org/drawingml/2006/main" vert="horz" lIns="91440" tIns="45720" rIns="91440" bIns="45720" anchor="ctr">
            <a:noAutofit/>
          </a:bodyPr>
          <a:lstStyle xmlns:a="http://schemas.openxmlformats.org/drawingml/2006/main">
            <a:lvl1pPr>
              <a:buNone/>
              <a:defRPr sz="1600" b="1">
                <a:solidFill>
                  <a:schemeClr val="bg1"/>
                </a:solidFill>
              </a:defRPr>
            </a:lvl1pPr>
          </a:lstStyle>
          <a:p xmlns:a="http://schemas.openxmlformats.org/drawingml/2006/main">
            <a:pPr marL="0" lvl="0" indent="0">
              <a:buNone/>
            </a:pPr>
            <a:r>
              <a:t>Loại trình bày</a:t>
            </a:r>
          </a:p>
        </p:txBody>
      </p:sp>
      <p:sp>
        <p:nvSpPr>
          <p:cNvPr id="52" name="Text Placeholder 50">
            <a:extLst xmlns:a="http://schemas.openxmlformats.org/drawingml/2006/main">
              <a:ext uri="{FF2B5EF4-FFF2-40B4-BE49-F238E27FC236}">
                <a16:creationId xmlns:a16="http://schemas.microsoft.com/office/drawing/2014/main" id="{11F19A4B-2FBF-1F37-52BA-2EEAE4CA8E78}"/>
              </a:ext>
            </a:extLst>
          </p:cNvPr>
          <p:cNvSpPr>
            <a:spLocks xmlns:a="http://schemas.openxmlformats.org/drawingml/2006/main" noGrp="1"/>
          </p:cNvSpPr>
          <p:nvPr>
            <p:ph type="body" idx="16" hasCustomPrompt="1"/>
          </p:nvPr>
        </p:nvSpPr>
        <p:spPr>
          <a:xfrm xmlns:a="http://schemas.openxmlformats.org/drawingml/2006/main">
            <a:off x="6096000" y="4309683"/>
            <a:ext cx="3388242" cy="381000"/>
          </a:xfrm>
          <a:prstGeom xmlns:a="http://schemas.openxmlformats.org/drawingml/2006/main" prst="roundRect">
            <a:avLst>
              <a:gd name="adj" fmla="val 8146"/>
            </a:avLst>
          </a:prstGeom>
          <a:gradFill xmlns:a="http://schemas.openxmlformats.org/drawingml/2006/main" flip="none" rotWithShape="1">
            <a:gsLst>
              <a:gs pos="100000">
                <a:schemeClr val="accent3">
                  <a:lumMod val="75000"/>
                </a:schemeClr>
              </a:gs>
              <a:gs pos="0">
                <a:schemeClr val="accent4">
                  <a:lumMod val="75000"/>
                </a:schemeClr>
              </a:gs>
            </a:gsLst>
            <a:lin ang="2700000" scaled="1"/>
            <a:tileRect/>
          </a:gradFill>
          <a:effectLst xmlns:a="http://schemas.openxmlformats.org/drawingml/2006/main">
            <a:innerShdw blurRad="127000">
              <a:schemeClr val="bg1">
                <a:alpha val="80000"/>
              </a:schemeClr>
            </a:innerShdw>
          </a:effectLst>
        </p:spPr>
        <p:txBody>
          <a:bodyPr xmlns:a="http://schemas.openxmlformats.org/drawingml/2006/main" vert="horz" lIns="91440" tIns="45720" rIns="91440" bIns="45720" anchor="ctr">
            <a:noAutofit/>
          </a:bodyPr>
          <a:lstStyle xmlns:a="http://schemas.openxmlformats.org/drawingml/2006/main">
            <a:lvl1pPr>
              <a:buNone/>
              <a:defRPr sz="1600" b="1">
                <a:solidFill>
                  <a:schemeClr val="bg1"/>
                </a:solidFill>
              </a:defRPr>
            </a:lvl1pPr>
          </a:lstStyle>
          <a:p xmlns:a="http://schemas.openxmlformats.org/drawingml/2006/main">
            <a:pPr marL="0" lvl="0" indent="0">
              <a:buNone/>
            </a:pPr>
            <a:r>
              <a:t>Trình bày: …</a:t>
            </a:r>
          </a:p>
        </p:txBody>
      </p:sp>
      <p:sp>
        <p:nvSpPr>
          <p:cNvPr id="6" name="Slide Number Placeholder 5">
            <a:extLst xmlns:a="http://schemas.openxmlformats.org/drawingml/2006/main">
              <a:ext uri="{FF2B5EF4-FFF2-40B4-BE49-F238E27FC236}">
                <a16:creationId xmlns:a16="http://schemas.microsoft.com/office/drawing/2014/main" id="{DE8DE8B3-D7D6-4EC4-AFEA-D7AC590061CB}"/>
              </a:ext>
            </a:extLst>
          </p:cNvPr>
          <p:cNvSpPr>
            <a:spLocks xmlns:a="http://schemas.openxmlformats.org/drawingml/2006/main" noGrp="1"/>
          </p:cNvSpPr>
          <p:nvPr>
            <p:ph type="sldNum" idx="12"/>
          </p:nvPr>
        </p:nvSpPr>
        <p:spPr>
          <a:xfrm xmlns:a="http://schemas.openxmlformats.org/drawingml/2006/main">
            <a:off x="10409692" y="333573"/>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
        <p:nvSpPr>
          <p:cNvPr id="53" name="Freeform 52">
            <a:extLst xmlns:a="http://schemas.openxmlformats.org/drawingml/2006/main">
              <a:ext uri="{FF2B5EF4-FFF2-40B4-BE49-F238E27FC236}">
                <a16:creationId xmlns:a16="http://schemas.microsoft.com/office/drawing/2014/main" id="{19DDC379-1E06-2848-14F1-C16A9CCE4619}"/>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preserve="1" userDrawn="1">
  <p:cSld name="Section Header">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0E2F2FE3-3ADB-4AF5-BA68-5B6DF360AEB1}"/>
              </a:ext>
            </a:extLst>
          </p:cNvPr>
          <p:cNvSpPr>
            <a:spLocks xmlns:a="http://schemas.openxmlformats.org/drawingml/2006/main" noGrp="1"/>
          </p:cNvSpPr>
          <p:nvPr>
            <p:ph type="dt" idx="10"/>
          </p:nvPr>
        </p:nvSpPr>
        <p:spPr>
          <a:xfrm xmlns:a="http://schemas.openxmlformats.org/drawingml/2006/main">
            <a:off x="4236403" y="6356350"/>
            <a:ext cx="2743200" cy="365125"/>
          </a:xfrm>
        </p:spPr>
        <p:txBody>
          <a:bodyPr xmlns:a="http://schemas.openxmlformats.org/drawingml/2006/main"/>
          <a:lstStyle xmlns:a="http://schemas.openxmlformats.org/drawingml/2006/main"/>
          <a:p xmlns:a="http://schemas.openxmlformats.org/drawingml/2006/main">
            <a:fld id="{ACF17CAC-8297-FC4A-82FA-F61255D7A70E}"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621C41E2-D52B-4E46-ABBB-FA236067272F}"/>
              </a:ext>
            </a:extLst>
          </p:cNvPr>
          <p:cNvSpPr>
            <a:spLocks xmlns:a="http://schemas.openxmlformats.org/drawingml/2006/main" noGrp="1"/>
          </p:cNvSpPr>
          <p:nvPr>
            <p:ph type="ftr" idx="11"/>
          </p:nvPr>
        </p:nvSpPr>
        <p:spPr>
          <a:xfrm xmlns:a="http://schemas.openxmlformats.org/drawingml/2006/main">
            <a:off x="7232650"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E742C0F1-5644-4389-360B-5397956CD38A}"/>
              </a:ext>
            </a:extLst>
          </p:cNvPr>
          <p:cNvSpPr>
            <a:spLocks xmlns:a="http://schemas.openxmlformats.org/drawingml/2006/main" noGrp="1"/>
          </p:cNvSpPr>
          <p:nvPr/>
        </p:nvSpPr>
        <p:spPr>
          <a:xfrm xmlns:a="http://schemas.openxmlformats.org/drawingml/2006/main">
            <a:off x="-24143" y="0"/>
            <a:ext cx="4056393" cy="6858000"/>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algn="l"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471B0644-6BE5-3A17-CB9E-03CC0ADBCAC3}"/>
              </a:ext>
            </a:extLst>
          </p:cNvPr>
          <p:cNvSpPr>
            <a:spLocks xmlns:a="http://schemas.openxmlformats.org/drawingml/2006/main" noGrp="1"/>
          </p:cNvSpPr>
          <p:nvPr/>
        </p:nvSpPr>
        <p:spPr>
          <a:xfrm xmlns:a="http://schemas.openxmlformats.org/drawingml/2006/main" flipV="1">
            <a:off x="-31247" y="0"/>
            <a:ext cx="1804783" cy="6858000"/>
          </a:xfrm>
          <a:prstGeom xmlns:a="http://schemas.openxmlformats.org/drawingml/2006/main" prst="rect">
            <a:avLst/>
          </a:prstGeom>
          <a:blipFill xmlns:a="http://schemas.openxmlformats.org/drawingml/2006/main">
            <a:blip xmlns:r="http://schemas.openxmlformats.org/officeDocument/2006/relationships" r:embed="R5063a27f190345a4"/>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1CABA6-14B3-43D2-ED89-BD749E5AF92A}"/>
              </a:ext>
            </a:extLst>
          </p:cNvPr>
          <p:cNvSpPr>
            <a:spLocks xmlns:a="http://schemas.openxmlformats.org/drawingml/2006/main" noGrp="1"/>
          </p:cNvSpPr>
          <p:nvPr/>
        </p:nvSpPr>
        <p:spPr>
          <a:xfrm xmlns:a="http://schemas.openxmlformats.org/drawingml/2006/main" rot="16200000">
            <a:off x="-1800908" y="4465666"/>
            <a:ext cx="4173065" cy="33855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3" name="Rounded Rectangle 12">
            <a:extLst xmlns:a="http://schemas.openxmlformats.org/drawingml/2006/main">
              <a:ext uri="{FF2B5EF4-FFF2-40B4-BE49-F238E27FC236}">
                <a16:creationId xmlns:a16="http://schemas.microsoft.com/office/drawing/2014/main" id="{55D6C41E-6B27-7E5A-648B-DD401B12DFC5}"/>
              </a:ext>
            </a:extLst>
          </p:cNvPr>
          <p:cNvSpPr>
            <a:spLocks xmlns:a="http://schemas.openxmlformats.org/drawingml/2006/main" noGrp="1"/>
          </p:cNvSpPr>
          <p:nvPr/>
        </p:nvSpPr>
        <p:spPr>
          <a:xfrm xmlns:a="http://schemas.openxmlformats.org/drawingml/2006/main" rot="0" flipH="0" flipV="0">
            <a:off x="4479985" y="195532"/>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ounded Rectangle 13">
            <a:extLst xmlns:a="http://schemas.openxmlformats.org/drawingml/2006/main">
              <a:ext uri="{FF2B5EF4-FFF2-40B4-BE49-F238E27FC236}">
                <a16:creationId xmlns:a16="http://schemas.microsoft.com/office/drawing/2014/main" id="{B567EB7E-D89E-FE6D-1F1D-A9C48547288A}"/>
              </a:ext>
            </a:extLst>
          </p:cNvPr>
          <p:cNvSpPr>
            <a:spLocks xmlns:a="http://schemas.openxmlformats.org/drawingml/2006/main" noGrp="1"/>
          </p:cNvSpPr>
          <p:nvPr/>
        </p:nvSpPr>
        <p:spPr>
          <a:xfrm xmlns:a="http://schemas.openxmlformats.org/drawingml/2006/main" rot="0" flipH="0" flipV="0">
            <a:off x="4538308" y="247555"/>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5" name="Picture 14">
            <a:extLst xmlns:a="http://schemas.openxmlformats.org/drawingml/2006/main">
              <a:ext uri="{FF2B5EF4-FFF2-40B4-BE49-F238E27FC236}">
                <a16:creationId xmlns:a16="http://schemas.microsoft.com/office/drawing/2014/main" id="{08AEB3DB-0D8B-4136-BBED-5F84E4DCEDF5}"/>
              </a:ext>
            </a:extLst>
          </p:cNvPr>
          <p:cNvPicPr>
            <a:picLocks xmlns:a="http://schemas.openxmlformats.org/drawingml/2006/main" noChangeAspect="1"/>
          </p:cNvPicPr>
          <p:nvPr/>
        </p:nvPicPr>
        <p:blipFill>
          <a:blip xmlns:r="http://schemas.openxmlformats.org/officeDocument/2006/relationships" xmlns:a="http://schemas.openxmlformats.org/drawingml/2006/main" r:embed="R919b8cfe87924bd8"/>
          <a:stretch xmlns:a="http://schemas.openxmlformats.org/drawingml/2006/main">
            <a:fillRect l="0" t="0" r="0" b="0"/>
          </a:stretch>
        </p:blipFill>
        <p:spPr>
          <a:xfrm xmlns:a="http://schemas.openxmlformats.org/drawingml/2006/main" rot="0" flipH="0" flipV="0">
            <a:off x="6290964" y="131938"/>
            <a:ext cx="775538" cy="768394"/>
          </a:xfrm>
          <a:prstGeom xmlns:a="http://schemas.openxmlformats.org/drawingml/2006/main" prst="rect">
            <a:avLst/>
          </a:prstGeom>
        </p:spPr>
      </p:pic>
      <p:pic>
        <p:nvPicPr>
          <p:cNvPr id="16" name="Picture 15">
            <a:extLst xmlns:a="http://schemas.openxmlformats.org/drawingml/2006/main">
              <a:ext uri="{FF2B5EF4-FFF2-40B4-BE49-F238E27FC236}">
                <a16:creationId xmlns:a16="http://schemas.microsoft.com/office/drawing/2014/main" id="{19BD8431-0604-4729-835B-2FA198E66003}"/>
              </a:ext>
            </a:extLst>
          </p:cNvPr>
          <p:cNvPicPr>
            <a:picLocks xmlns:a="http://schemas.openxmlformats.org/drawingml/2006/main" noChangeAspect="1"/>
          </p:cNvPicPr>
          <p:nvPr/>
        </p:nvPicPr>
        <p:blipFill>
          <a:blip xmlns:r="http://schemas.openxmlformats.org/officeDocument/2006/relationships" xmlns:a="http://schemas.openxmlformats.org/drawingml/2006/main" r:embed="Rd5a2a4a711ee402e"/>
          <a:stretch xmlns:a="http://schemas.openxmlformats.org/drawingml/2006/main">
            <a:fillRect l="0" t="0" r="0" b="0"/>
          </a:stretch>
        </p:blipFill>
        <p:spPr>
          <a:xfrm xmlns:a="http://schemas.openxmlformats.org/drawingml/2006/main" rot="0" flipH="0" flipV="0">
            <a:off x="5125498" y="155628"/>
            <a:ext cx="871676" cy="721013"/>
          </a:xfrm>
          <a:prstGeom xmlns:a="http://schemas.openxmlformats.org/drawingml/2006/main" prst="rect">
            <a:avLst/>
          </a:prstGeom>
        </p:spPr>
      </p:pic>
      <p:sp>
        <p:nvSpPr>
          <p:cNvPr id="19" name="Oval 18">
            <a:extLst xmlns:a="http://schemas.openxmlformats.org/drawingml/2006/main">
              <a:ext uri="{FF2B5EF4-FFF2-40B4-BE49-F238E27FC236}">
                <a16:creationId xmlns:a16="http://schemas.microsoft.com/office/drawing/2014/main" id="{19120F02-27FC-FEC5-707D-FDA64409C1B6}"/>
              </a:ext>
            </a:extLst>
          </p:cNvPr>
          <p:cNvSpPr>
            <a:spLocks xmlns:a="http://schemas.openxmlformats.org/drawingml/2006/main" noGrp="1"/>
          </p:cNvSpPr>
          <p:nvPr/>
        </p:nvSpPr>
        <p:spPr>
          <a:xfrm xmlns:a="http://schemas.openxmlformats.org/drawingml/2006/main" rot="0" flipH="0" flipV="0">
            <a:off x="11508226" y="243069"/>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73BF5235-1626-C61A-115C-C67CC9015074}"/>
              </a:ext>
            </a:extLst>
          </p:cNvPr>
          <p:cNvSpPr>
            <a:spLocks xmlns:a="http://schemas.openxmlformats.org/drawingml/2006/main" noGrp="1"/>
          </p:cNvSpPr>
          <p:nvPr/>
        </p:nvSpPr>
        <p:spPr>
          <a:xfrm xmlns:a="http://schemas.openxmlformats.org/drawingml/2006/main" rot="0" flipH="0" flipV="0">
            <a:off x="11657641" y="392484"/>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A84888FC-A000-4CFE-AE5C-B59432E7CE96}"/>
              </a:ext>
            </a:extLst>
          </p:cNvPr>
          <p:cNvSpPr>
            <a:spLocks xmlns:a="http://schemas.openxmlformats.org/drawingml/2006/main" noGrp="1"/>
          </p:cNvSpPr>
          <p:nvPr>
            <p:ph type="sldNum" idx="12"/>
          </p:nvPr>
        </p:nvSpPr>
        <p:spPr>
          <a:xfrm xmlns:a="http://schemas.openxmlformats.org/drawingml/2006/main">
            <a:off x="10409692" y="332284"/>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2" name="Rounded Rectangle 21">
            <a:extLst xmlns:a="http://schemas.openxmlformats.org/drawingml/2006/main">
              <a:ext uri="{FF2B5EF4-FFF2-40B4-BE49-F238E27FC236}">
                <a16:creationId xmlns:a16="http://schemas.microsoft.com/office/drawing/2014/main" id="{AA5FA796-6DE2-7146-15EE-C9B175F7F587}"/>
              </a:ext>
            </a:extLst>
          </p:cNvPr>
          <p:cNvSpPr>
            <a:spLocks xmlns:a="http://schemas.openxmlformats.org/drawingml/2006/main" noGrp="1"/>
          </p:cNvSpPr>
          <p:nvPr/>
        </p:nvSpPr>
        <p:spPr>
          <a:xfrm xmlns:a="http://schemas.openxmlformats.org/drawingml/2006/main">
            <a:off x="1136821" y="1450428"/>
            <a:ext cx="10210628" cy="4289654"/>
          </a:xfrm>
          <a:prstGeom xmlns:a="http://schemas.openxmlformats.org/drawingml/2006/main" prst="roundRect">
            <a:avLst>
              <a:gd name="adj" fmla="val 2701"/>
            </a:avLst>
          </a:prstGeom>
          <a:blipFill xmlns:a="http://schemas.openxmlformats.org/drawingml/2006/main">
            <a:blip xmlns:r="http://schemas.openxmlformats.org/officeDocument/2006/relationships" r:embed="R07aecaf015824ed7"/>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ounded Rectangle 22">
            <a:extLst xmlns:a="http://schemas.openxmlformats.org/drawingml/2006/main">
              <a:ext uri="{FF2B5EF4-FFF2-40B4-BE49-F238E27FC236}">
                <a16:creationId xmlns:a16="http://schemas.microsoft.com/office/drawing/2014/main" id="{2388E92E-709B-64D5-4BEC-56AE8C45F3A5}"/>
              </a:ext>
            </a:extLst>
          </p:cNvPr>
          <p:cNvSpPr>
            <a:spLocks xmlns:a="http://schemas.openxmlformats.org/drawingml/2006/main" noGrp="1"/>
          </p:cNvSpPr>
          <p:nvPr/>
        </p:nvSpPr>
        <p:spPr>
          <a:xfrm xmlns:a="http://schemas.openxmlformats.org/drawingml/2006/main">
            <a:off x="1136821" y="1450428"/>
            <a:ext cx="10210628" cy="4289654"/>
          </a:xfrm>
          <a:prstGeom xmlns:a="http://schemas.openxmlformats.org/drawingml/2006/main" prst="roundRect">
            <a:avLst>
              <a:gd name="adj" fmla="val 2701"/>
            </a:avLst>
          </a:prstGeom>
          <a:gradFill xmlns:a="http://schemas.openxmlformats.org/drawingml/2006/main">
            <a:gsLst>
              <a:gs pos="0">
                <a:srgbClr val="38EF7D">
                  <a:alpha val="40000"/>
                </a:srgbClr>
              </a:gs>
              <a:gs pos="100000">
                <a:srgbClr val="11998E">
                  <a:alpha val="40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D77A1CD8-394D-4AD7-9824-6BFCAD7A8418}"/>
              </a:ext>
            </a:extLst>
          </p:cNvPr>
          <p:cNvSpPr>
            <a:spLocks xmlns:a="http://schemas.openxmlformats.org/drawingml/2006/main" noGrp="1"/>
          </p:cNvSpPr>
          <p:nvPr>
            <p:ph type="title" idx="0"/>
          </p:nvPr>
        </p:nvSpPr>
        <p:spPr>
          <a:xfrm xmlns:a="http://schemas.openxmlformats.org/drawingml/2006/main">
            <a:off x="1653362" y="2425382"/>
            <a:ext cx="9177548" cy="1505953"/>
          </a:xfrm>
          <a:prstGeom xmlns:a="http://schemas.openxmlformats.org/drawingml/2006/main" prst="rect">
            <a:avLst/>
          </a:prstGeom>
          <a:noFill xmlns:a="http://schemas.openxmlformats.org/drawingml/2006/main"/>
          <a:ln xmlns:a="http://schemas.openxmlformats.org/drawingml/2006/main" w="12700">
            <a:noFill/>
          </a:ln>
        </p:spPr>
        <p:txBody>
          <a:bodyPr xmlns:a="http://schemas.openxmlformats.org/drawingml/2006/main" anchor="ctr">
            <a:normAutofit/>
          </a:bodyPr>
          <a:lstStyle xmlns:a="http://schemas.openxmlformats.org/drawingml/2006/main">
            <a:lvl1pPr>
              <a:buNone/>
              <a:defRPr sz="5400" b="1">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26C31D1-D21D-496D-8CDA-5A59B1B3F544}"/>
              </a:ext>
            </a:extLst>
          </p:cNvPr>
          <p:cNvSpPr>
            <a:spLocks xmlns:a="http://schemas.openxmlformats.org/drawingml/2006/main" noGrp="1"/>
          </p:cNvSpPr>
          <p:nvPr>
            <p:ph type="body" idx="1"/>
          </p:nvPr>
        </p:nvSpPr>
        <p:spPr>
          <a:xfrm xmlns:a="http://schemas.openxmlformats.org/drawingml/2006/main">
            <a:off x="1653362" y="4108231"/>
            <a:ext cx="5564835" cy="741925"/>
          </a:xfrm>
        </p:spPr>
        <p:txBody>
          <a:bodyPr xmlns:a="http://schemas.openxmlformats.org/drawingml/2006/main"/>
          <a:lstStyle xmlns:a="http://schemas.openxmlformats.org/drawingml/2006/main">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25" name="Content Placeholder 24">
            <a:extLst xmlns:a="http://schemas.openxmlformats.org/drawingml/2006/main">
              <a:ext uri="{FF2B5EF4-FFF2-40B4-BE49-F238E27FC236}">
                <a16:creationId xmlns:a16="http://schemas.microsoft.com/office/drawing/2014/main" id="{4340540A-BFD6-C001-24D2-E0A446DCF919}"/>
              </a:ext>
            </a:extLst>
          </p:cNvPr>
          <p:cNvSpPr>
            <a:spLocks xmlns:a="http://schemas.openxmlformats.org/drawingml/2006/main" noGrp="1"/>
          </p:cNvSpPr>
          <p:nvPr>
            <p:ph idx="13" hasCustomPrompt="1"/>
          </p:nvPr>
        </p:nvSpPr>
        <p:spPr>
          <a:xfrm xmlns:a="http://schemas.openxmlformats.org/drawingml/2006/main">
            <a:off x="1653362" y="561276"/>
            <a:ext cx="2052637" cy="1785937"/>
          </a:xfrm>
        </p:spPr>
        <p:txBody>
          <a:bodyPr xmlns:a="http://schemas.openxmlformats.org/drawingml/2006/main">
            <a:noAutofit/>
          </a:bodyPr>
          <a:lstStyle xmlns:a="http://schemas.openxmlformats.org/drawingml/2006/main">
            <a:lvl1pPr marL="0" indent="0">
              <a:buNone/>
              <a:defRPr sz="11500" b="1">
                <a:solidFill>
                  <a:schemeClr val="bg1">
                    <a:alpha val="65236"/>
                  </a:schemeClr>
                </a:solidFill>
                <a:effectLst>
                  <a:outerShdw blurRad="63500" algn="ctr" rotWithShape="0">
                    <a:prstClr val="black">
                      <a:alpha val="40000"/>
                    </a:prstClr>
                  </a:outerShdw>
                </a:effectLst>
              </a:defRPr>
            </a:lvl1pPr>
          </a:lstStyle>
          <a:p xmlns:a="http://schemas.openxmlformats.org/drawingml/2006/main">
            <a:pPr lvl="0">
              <a:buNone/>
            </a:pPr>
            <a:r>
              <a:t>01</a:t>
            </a:r>
          </a:p>
        </p:txBody>
      </p:sp>
      <p:sp>
        <p:nvSpPr>
          <p:cNvPr id="10" name="Freeform 9">
            <a:extLst xmlns:a="http://schemas.openxmlformats.org/drawingml/2006/main">
              <a:ext uri="{FF2B5EF4-FFF2-40B4-BE49-F238E27FC236}">
                <a16:creationId xmlns:a16="http://schemas.microsoft.com/office/drawing/2014/main" id="{3801A917-2F30-C5E0-9749-96D2AA3258C3}"/>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type="obj" preserve="1">
  <p:cSld name="1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A3A289-4F77-46F7-9C1C-909364632D41}"/>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EA5A76-69EF-4127-B3BD-D747051F0D5C}"/>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A987A9A-CC92-4AE9-B538-C809A7229BEF}"/>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E9540F7B-506E-4939-93B9-D4A7BA24B6F3}"/>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05ca20ce8dc14020"/>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504860D8-6BE4-4F12-9C95-505D73E6E9FA}"/>
              </a:ext>
            </a:extLst>
          </p:cNvPr>
          <p:cNvPicPr>
            <a:picLocks xmlns:a="http://schemas.openxmlformats.org/drawingml/2006/main" noChangeAspect="1"/>
          </p:cNvPicPr>
          <p:nvPr/>
        </p:nvPicPr>
        <p:blipFill>
          <a:blip xmlns:r="http://schemas.openxmlformats.org/officeDocument/2006/relationships" xmlns:a="http://schemas.openxmlformats.org/drawingml/2006/main" r:embed="R651b4cfa9f214059"/>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8F5EFDDA-CB6F-4A34-B2B7-F8792B4CC269}"/>
              </a:ext>
            </a:extLst>
          </p:cNvPr>
          <p:cNvPicPr>
            <a:picLocks xmlns:a="http://schemas.openxmlformats.org/drawingml/2006/main" noChangeAspect="1"/>
          </p:cNvPicPr>
          <p:nvPr/>
        </p:nvPicPr>
        <p:blipFill>
          <a:blip xmlns:r="http://schemas.openxmlformats.org/officeDocument/2006/relationships" xmlns:a="http://schemas.openxmlformats.org/drawingml/2006/main" r:embed="R76abcca0527f449b"/>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66B15D6B-963A-4AFA-88C9-8F934215A1CF}"/>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type="obj" preserve="1">
  <p:cSld name="5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9775DD-AAF1-4E33-962C-B9549E7457DC}"/>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9909B53-174F-46C4-A2CF-1B50A2007B24}"/>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E92BC39-8484-4F6E-B90C-6A94418C4D3D}"/>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5C50F186-63B1-47B0-B333-E056378358D8}"/>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cd959b95fa9349a7"/>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440DE7E3-204F-4B27-A33E-30EAF9D336DF}"/>
              </a:ext>
            </a:extLst>
          </p:cNvPr>
          <p:cNvPicPr>
            <a:picLocks xmlns:a="http://schemas.openxmlformats.org/drawingml/2006/main" noChangeAspect="1"/>
          </p:cNvPicPr>
          <p:nvPr/>
        </p:nvPicPr>
        <p:blipFill>
          <a:blip xmlns:r="http://schemas.openxmlformats.org/officeDocument/2006/relationships" xmlns:a="http://schemas.openxmlformats.org/drawingml/2006/main" r:embed="R5c57c990d5624af3"/>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F27FF39A-6127-4B07-ACCD-8FBD68FC73D7}"/>
              </a:ext>
            </a:extLst>
          </p:cNvPr>
          <p:cNvPicPr>
            <a:picLocks xmlns:a="http://schemas.openxmlformats.org/drawingml/2006/main" noChangeAspect="1"/>
          </p:cNvPicPr>
          <p:nvPr/>
        </p:nvPicPr>
        <p:blipFill>
          <a:blip xmlns:r="http://schemas.openxmlformats.org/officeDocument/2006/relationships" xmlns:a="http://schemas.openxmlformats.org/drawingml/2006/main" r:embed="R3928cc815ff74767"/>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911FB193-BA30-4F59-A50E-A46A3811DABB}"/>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type="obj" preserve="1">
  <p:cSld name="4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05190B-D0B7-470D-A42E-7B17BCF0582E}"/>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9291B98-24CA-41ED-B244-8D3C8573E1E5}"/>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3FF72AF-E059-499F-8800-EECA9FB017D0}"/>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A1E2350A-4E01-40FB-83C3-B64A131AB98F}"/>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81952bce82e544d6"/>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CCB0C4E3-A347-4EDC-A098-645B94F9E71E}"/>
              </a:ext>
            </a:extLst>
          </p:cNvPr>
          <p:cNvPicPr>
            <a:picLocks xmlns:a="http://schemas.openxmlformats.org/drawingml/2006/main" noChangeAspect="1"/>
          </p:cNvPicPr>
          <p:nvPr/>
        </p:nvPicPr>
        <p:blipFill>
          <a:blip xmlns:r="http://schemas.openxmlformats.org/officeDocument/2006/relationships" xmlns:a="http://schemas.openxmlformats.org/drawingml/2006/main" r:embed="Rd01fb0711b114101"/>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FAF3F9C0-CC87-4E8D-A0A9-BB91920B45CB}"/>
              </a:ext>
            </a:extLst>
          </p:cNvPr>
          <p:cNvPicPr>
            <a:picLocks xmlns:a="http://schemas.openxmlformats.org/drawingml/2006/main" noChangeAspect="1"/>
          </p:cNvPicPr>
          <p:nvPr/>
        </p:nvPicPr>
        <p:blipFill>
          <a:blip xmlns:r="http://schemas.openxmlformats.org/officeDocument/2006/relationships" xmlns:a="http://schemas.openxmlformats.org/drawingml/2006/main" r:embed="R06711b1db5654ccb"/>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CEDBF2AD-B386-494C-872C-03905DF3DAF7}"/>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6.xml><?xml version="1.0" encoding="utf-8"?>
<p:sldLayout xmlns:p="http://schemas.openxmlformats.org/presentationml/2006/main" type="obj" preserve="1">
  <p:cSld name="3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62C434-A87E-4E96-8A27-B06B49A99372}"/>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547D4BE-2140-47F9-BDA0-D093A486C7D1}"/>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7F70A7F-CD9B-4977-9936-45A5F1580663}"/>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EBA0BB8A-0DA3-4936-A707-F9E1CA86F9AA}"/>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3da3d94b7bc5411c"/>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6A029FC4-159A-48ED-A683-93900710B663}"/>
              </a:ext>
            </a:extLst>
          </p:cNvPr>
          <p:cNvPicPr>
            <a:picLocks xmlns:a="http://schemas.openxmlformats.org/drawingml/2006/main" noChangeAspect="1"/>
          </p:cNvPicPr>
          <p:nvPr/>
        </p:nvPicPr>
        <p:blipFill>
          <a:blip xmlns:r="http://schemas.openxmlformats.org/officeDocument/2006/relationships" xmlns:a="http://schemas.openxmlformats.org/drawingml/2006/main" r:embed="R9b3540ed451f427f"/>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F3736A56-4B59-4B0F-B6C1-64FB3162186B}"/>
              </a:ext>
            </a:extLst>
          </p:cNvPr>
          <p:cNvPicPr>
            <a:picLocks xmlns:a="http://schemas.openxmlformats.org/drawingml/2006/main" noChangeAspect="1"/>
          </p:cNvPicPr>
          <p:nvPr/>
        </p:nvPicPr>
        <p:blipFill>
          <a:blip xmlns:r="http://schemas.openxmlformats.org/officeDocument/2006/relationships" xmlns:a="http://schemas.openxmlformats.org/drawingml/2006/main" r:embed="Rbdfe76187cd641bc"/>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B059F37E-62A3-4DE0-AE81-18D3255E091A}"/>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7.xml><?xml version="1.0" encoding="utf-8"?>
<p:sldLayout xmlns:p="http://schemas.openxmlformats.org/presentationml/2006/main" type="obj" preserve="1">
  <p:cSld name="2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BE2FC9-C7EB-4F30-A515-00B36BB45D02}"/>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2803E12-1246-4A9C-B2E8-A8BA5D752B3D}"/>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6EB2EE3-F45F-4542-8B07-0B5F77BC9C56}"/>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7676DDA3-2F27-468A-94C1-3C50478DF5A2}"/>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36d3969f499f4e9f"/>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E2A132DE-0591-4C4E-8824-39A52056C6FF}"/>
              </a:ext>
            </a:extLst>
          </p:cNvPr>
          <p:cNvPicPr>
            <a:picLocks xmlns:a="http://schemas.openxmlformats.org/drawingml/2006/main" noChangeAspect="1"/>
          </p:cNvPicPr>
          <p:nvPr/>
        </p:nvPicPr>
        <p:blipFill>
          <a:blip xmlns:r="http://schemas.openxmlformats.org/officeDocument/2006/relationships" xmlns:a="http://schemas.openxmlformats.org/drawingml/2006/main" r:embed="Rd6ddeb4129994b37"/>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0010C318-9EB7-44EF-B7B0-07D0D6BC980D}"/>
              </a:ext>
            </a:extLst>
          </p:cNvPr>
          <p:cNvPicPr>
            <a:picLocks xmlns:a="http://schemas.openxmlformats.org/drawingml/2006/main" noChangeAspect="1"/>
          </p:cNvPicPr>
          <p:nvPr/>
        </p:nvPicPr>
        <p:blipFill>
          <a:blip xmlns:r="http://schemas.openxmlformats.org/officeDocument/2006/relationships" xmlns:a="http://schemas.openxmlformats.org/drawingml/2006/main" r:embed="R1d0edeca4ac843e5"/>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DD80CA03-E776-4C37-99F8-F19CB26B3D3E}"/>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99BDCA-A8B8-41B0-9196-912CA88882B8}"/>
              </a:ext>
            </a:extLst>
          </p:cNvPr>
          <p:cNvSpPr>
            <a:spLocks xmlns:a="http://schemas.openxmlformats.org/drawingml/2006/main" noGrp="1"/>
          </p:cNvSpPr>
          <p:nvPr>
            <p:ph type="title" idx="0"/>
          </p:nvPr>
        </p:nvSpPr>
        <p:spPr>
          <a:xfrm xmlns:a="http://schemas.openxmlformats.org/drawingml/2006/main">
            <a:off x="606000" y="898975"/>
            <a:ext cx="10980000" cy="841231"/>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2074403-AAC6-4693-A1BA-C0BE5569E975}"/>
              </a:ext>
            </a:extLst>
          </p:cNvPr>
          <p:cNvSpPr>
            <a:spLocks xmlns:a="http://schemas.openxmlformats.org/drawingml/2006/main" noGrp="1"/>
          </p:cNvSpPr>
          <p:nvPr>
            <p:ph idx="1"/>
          </p:nvPr>
        </p:nvSpPr>
        <p:spPr>
          <a:xfrm xmlns:a="http://schemas.openxmlformats.org/drawingml/2006/main">
            <a:off x="616856" y="2006210"/>
            <a:ext cx="5310000" cy="417075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A933CE6-EAAB-4C5F-980A-10E47D90D867}"/>
              </a:ext>
            </a:extLst>
          </p:cNvPr>
          <p:cNvSpPr>
            <a:spLocks xmlns:a="http://schemas.openxmlformats.org/drawingml/2006/main" noGrp="1"/>
          </p:cNvSpPr>
          <p:nvPr>
            <p:ph idx="2"/>
          </p:nvPr>
        </p:nvSpPr>
        <p:spPr>
          <a:xfrm xmlns:a="http://schemas.openxmlformats.org/drawingml/2006/main">
            <a:off x="6276000" y="2006210"/>
            <a:ext cx="5310000" cy="417075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3450DF9-D0AF-4A60-BB93-3174307E59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04E05FC-80DB-0148-874D-D86DE9D2ADC5}" type="datetime3">
              <a:t>31 March 2024</a:t>
            </a:fld>
            <a:endParaRPr/>
          </a:p>
        </p:txBody>
      </p:sp>
      <p:sp>
        <p:nvSpPr>
          <p:cNvPr id="6" name="Footer Placeholder 5">
            <a:extLst xmlns:a="http://schemas.openxmlformats.org/drawingml/2006/main">
              <a:ext uri="{FF2B5EF4-FFF2-40B4-BE49-F238E27FC236}">
                <a16:creationId xmlns:a16="http://schemas.microsoft.com/office/drawing/2014/main" id="{184F1516-2B80-4B37-A6EF-E4048F3926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8" name="Rectangle 7">
            <a:extLst xmlns:a="http://schemas.openxmlformats.org/drawingml/2006/main">
              <a:ext uri="{FF2B5EF4-FFF2-40B4-BE49-F238E27FC236}">
                <a16:creationId xmlns:a16="http://schemas.microsoft.com/office/drawing/2014/main" id="{555501B7-06E2-F246-2BAD-EAF23122D87C}"/>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22FA2C82-F7CF-516D-BCFE-BD30ECC9EA5A}"/>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933bdd5706c544fa"/>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1B8F8FF-3914-88F4-7096-A2992F1DABC0}"/>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2" name="Rounded Rectangle 11">
            <a:extLst xmlns:a="http://schemas.openxmlformats.org/drawingml/2006/main">
              <a:ext uri="{FF2B5EF4-FFF2-40B4-BE49-F238E27FC236}">
                <a16:creationId xmlns:a16="http://schemas.microsoft.com/office/drawing/2014/main" id="{87F4C074-B87D-1D6E-559E-9B5F5A6D59D5}"/>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051A38B1-9970-6D8A-99F0-1519F63F8C21}"/>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Picture 13">
            <a:extLst xmlns:a="http://schemas.openxmlformats.org/drawingml/2006/main">
              <a:ext uri="{FF2B5EF4-FFF2-40B4-BE49-F238E27FC236}">
                <a16:creationId xmlns:a16="http://schemas.microsoft.com/office/drawing/2014/main" id="{20BE577C-CEC8-45CA-BFB4-2B75F92B68E8}"/>
              </a:ext>
            </a:extLst>
          </p:cNvPr>
          <p:cNvPicPr>
            <a:picLocks xmlns:a="http://schemas.openxmlformats.org/drawingml/2006/main" noChangeAspect="1"/>
          </p:cNvPicPr>
          <p:nvPr/>
        </p:nvPicPr>
        <p:blipFill>
          <a:blip xmlns:r="http://schemas.openxmlformats.org/officeDocument/2006/relationships" xmlns:a="http://schemas.openxmlformats.org/drawingml/2006/main" r:embed="R634dc6057f8c40c6"/>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5" name="Picture 14">
            <a:extLst xmlns:a="http://schemas.openxmlformats.org/drawingml/2006/main">
              <a:ext uri="{FF2B5EF4-FFF2-40B4-BE49-F238E27FC236}">
                <a16:creationId xmlns:a16="http://schemas.microsoft.com/office/drawing/2014/main" id="{777D567C-65ED-4240-891A-E3E0DFF416DE}"/>
              </a:ext>
            </a:extLst>
          </p:cNvPr>
          <p:cNvPicPr>
            <a:picLocks xmlns:a="http://schemas.openxmlformats.org/drawingml/2006/main" noChangeAspect="1"/>
          </p:cNvPicPr>
          <p:nvPr/>
        </p:nvPicPr>
        <p:blipFill>
          <a:blip xmlns:r="http://schemas.openxmlformats.org/officeDocument/2006/relationships" xmlns:a="http://schemas.openxmlformats.org/drawingml/2006/main" r:embed="Rbca077e07ce44bd2"/>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7" name="Oval 16">
            <a:extLst xmlns:a="http://schemas.openxmlformats.org/drawingml/2006/main">
              <a:ext uri="{FF2B5EF4-FFF2-40B4-BE49-F238E27FC236}">
                <a16:creationId xmlns:a16="http://schemas.microsoft.com/office/drawing/2014/main" id="{1D9D6F2C-9702-AFF6-0F7A-DB2E2C1FF67A}"/>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FFED086E-27AD-496B-CF1A-0F2B00E50490}"/>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18">
            <a:extLst xmlns:a="http://schemas.openxmlformats.org/drawingml/2006/main">
              <a:ext uri="{FF2B5EF4-FFF2-40B4-BE49-F238E27FC236}">
                <a16:creationId xmlns:a16="http://schemas.microsoft.com/office/drawing/2014/main" id="{C849CBBA-8A36-61D9-7C3A-A5B8C98344BA}"/>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Slide Number Placeholder 6">
            <a:extLst xmlns:a="http://schemas.openxmlformats.org/drawingml/2006/main">
              <a:ext uri="{FF2B5EF4-FFF2-40B4-BE49-F238E27FC236}">
                <a16:creationId xmlns:a16="http://schemas.microsoft.com/office/drawing/2014/main" id="{68FCD41A-AAB8-495B-9736-F8C747BD5FA5}"/>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9.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3F92C3-BABF-489E-9EA1-5458D511824F}"/>
              </a:ext>
            </a:extLst>
          </p:cNvPr>
          <p:cNvSpPr>
            <a:spLocks xmlns:a="http://schemas.openxmlformats.org/drawingml/2006/main" noGrp="1"/>
          </p:cNvSpPr>
          <p:nvPr>
            <p:ph type="title" idx="0"/>
          </p:nvPr>
        </p:nvSpPr>
        <p:spPr>
          <a:xfrm xmlns:a="http://schemas.openxmlformats.org/drawingml/2006/main">
            <a:off x="606000" y="891895"/>
            <a:ext cx="10980000" cy="989289"/>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28AD80D-CC8B-43DF-B02B-12F1179AACDC}"/>
              </a:ext>
            </a:extLst>
          </p:cNvPr>
          <p:cNvSpPr>
            <a:spLocks xmlns:a="http://schemas.openxmlformats.org/drawingml/2006/main" noGrp="1"/>
          </p:cNvSpPr>
          <p:nvPr>
            <p:ph type="body" idx="1"/>
          </p:nvPr>
        </p:nvSpPr>
        <p:spPr>
          <a:xfrm xmlns:a="http://schemas.openxmlformats.org/drawingml/2006/main">
            <a:off x="606001" y="1992588"/>
            <a:ext cx="5310000" cy="643036"/>
          </a:xfrm>
        </p:spPr>
        <p:txBody>
          <a:bodyPr xmlns:a="http://schemas.openxmlformats.org/drawingml/2006/main" anchor="ctr"/>
          <a:lstStyle xmlns:a="http://schemas.openxmlformats.org/drawingml/2006/main">
            <a:lvl1pPr marL="0" indent="0">
              <a:buNone/>
              <a:defRPr sz="2400" b="1">
                <a:gradFill flip="none" rotWithShape="1">
                  <a:gsLst>
                    <a:gs pos="0">
                      <a:schemeClr val="accent6"/>
                    </a:gs>
                    <a:gs pos="100000">
                      <a:schemeClr val="accent5"/>
                    </a:gs>
                  </a:gsLst>
                  <a:lin ang="2700000" scaled="1"/>
                  <a:tileRect/>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4263ABF-3892-4A13-A725-ED665FF6FBDD}"/>
              </a:ext>
            </a:extLst>
          </p:cNvPr>
          <p:cNvSpPr>
            <a:spLocks xmlns:a="http://schemas.openxmlformats.org/drawingml/2006/main" noGrp="1"/>
          </p:cNvSpPr>
          <p:nvPr>
            <p:ph idx="2"/>
          </p:nvPr>
        </p:nvSpPr>
        <p:spPr>
          <a:xfrm xmlns:a="http://schemas.openxmlformats.org/drawingml/2006/main">
            <a:off x="606001" y="2747028"/>
            <a:ext cx="5310000" cy="344263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F3E4D00-B7B6-4E13-8C32-0AA1D59D441B}"/>
              </a:ext>
            </a:extLst>
          </p:cNvPr>
          <p:cNvSpPr>
            <a:spLocks xmlns:a="http://schemas.openxmlformats.org/drawingml/2006/main" noGrp="1"/>
          </p:cNvSpPr>
          <p:nvPr>
            <p:ph type="body" idx="3"/>
          </p:nvPr>
        </p:nvSpPr>
        <p:spPr>
          <a:xfrm xmlns:a="http://schemas.openxmlformats.org/drawingml/2006/main">
            <a:off x="6276000" y="1992588"/>
            <a:ext cx="5310000" cy="643036"/>
          </a:xfrm>
        </p:spPr>
        <p:txBody>
          <a:bodyPr xmlns:a="http://schemas.openxmlformats.org/drawingml/2006/main" anchor="ctr">
            <a:normAutofit/>
          </a:bodyPr>
          <a:lstStyle xmlns:a="http://schemas.openxmlformats.org/drawingml/2006/main">
            <a:lvl1pPr marL="0" indent="0">
              <a:buNone/>
              <a:defRPr sz="2400" b="1" kern="1200">
                <a:gradFill flip="none" rotWithShape="1">
                  <a:gsLst>
                    <a:gs pos="0">
                      <a:schemeClr val="accent6"/>
                    </a:gs>
                    <a:gs pos="100000">
                      <a:schemeClr val="accent5"/>
                    </a:gs>
                  </a:gsLst>
                  <a:lin ang="2700000" scaled="1"/>
                  <a:tileRect/>
                </a:gradFill>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marL="0" lvl="0" indent="0" algn="l" defTabSz="914400">
              <a:lnSpc>
                <a:spcPct val="90000"/>
              </a:lnSpc>
              <a:spcBef>
                <a:spcPts val="1000"/>
              </a:spcBef>
              <a:buFont typeface="Arial"/>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51D70DD-5CC4-4FE9-A863-CE57EFD728AB}"/>
              </a:ext>
            </a:extLst>
          </p:cNvPr>
          <p:cNvSpPr>
            <a:spLocks xmlns:a="http://schemas.openxmlformats.org/drawingml/2006/main" noGrp="1"/>
          </p:cNvSpPr>
          <p:nvPr>
            <p:ph idx="4"/>
          </p:nvPr>
        </p:nvSpPr>
        <p:spPr>
          <a:xfrm xmlns:a="http://schemas.openxmlformats.org/drawingml/2006/main">
            <a:off x="6276000" y="2747028"/>
            <a:ext cx="5310000" cy="344263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8FFC560A-FC9B-4FAF-A22E-DDF152C105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EA5D97B-A544-724E-B7AA-E954CECFEC59}" type="datetime3">
              <a:t>31 March 2024</a:t>
            </a:fld>
            <a:endParaRPr/>
          </a:p>
        </p:txBody>
      </p:sp>
      <p:sp>
        <p:nvSpPr>
          <p:cNvPr id="8" name="Footer Placeholder 7">
            <a:extLst xmlns:a="http://schemas.openxmlformats.org/drawingml/2006/main">
              <a:ext uri="{FF2B5EF4-FFF2-40B4-BE49-F238E27FC236}">
                <a16:creationId xmlns:a16="http://schemas.microsoft.com/office/drawing/2014/main" id="{B1951219-4176-4268-BA8C-41E107B2CD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10" name="Rectangle 9">
            <a:extLst xmlns:a="http://schemas.openxmlformats.org/drawingml/2006/main">
              <a:ext uri="{FF2B5EF4-FFF2-40B4-BE49-F238E27FC236}">
                <a16:creationId xmlns:a16="http://schemas.microsoft.com/office/drawing/2014/main" id="{59F7C7FE-91AA-777B-FCF1-8DFE0AC663E2}"/>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8A62D67D-95A8-A852-CF14-572C6CE00ED0}"/>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a6712ec511a84c66"/>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971CB91-0E23-8BF0-4ADC-5082D6650DF4}"/>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4" name="Rounded Rectangle 13">
            <a:extLst xmlns:a="http://schemas.openxmlformats.org/drawingml/2006/main">
              <a:ext uri="{FF2B5EF4-FFF2-40B4-BE49-F238E27FC236}">
                <a16:creationId xmlns:a16="http://schemas.microsoft.com/office/drawing/2014/main" id="{1CF0A3C9-A5C5-7885-0000-B445E4181054}"/>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ounded Rectangle 14">
            <a:extLst xmlns:a="http://schemas.openxmlformats.org/drawingml/2006/main">
              <a:ext uri="{FF2B5EF4-FFF2-40B4-BE49-F238E27FC236}">
                <a16:creationId xmlns:a16="http://schemas.microsoft.com/office/drawing/2014/main" id="{2A842F66-7AA0-4602-5FF9-D5131812A65A}"/>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6" name="Picture 15">
            <a:extLst xmlns:a="http://schemas.openxmlformats.org/drawingml/2006/main">
              <a:ext uri="{FF2B5EF4-FFF2-40B4-BE49-F238E27FC236}">
                <a16:creationId xmlns:a16="http://schemas.microsoft.com/office/drawing/2014/main" id="{B271B629-7461-470D-9AA3-E9D5CB6E39A2}"/>
              </a:ext>
            </a:extLst>
          </p:cNvPr>
          <p:cNvPicPr>
            <a:picLocks xmlns:a="http://schemas.openxmlformats.org/drawingml/2006/main" noChangeAspect="1"/>
          </p:cNvPicPr>
          <p:nvPr/>
        </p:nvPicPr>
        <p:blipFill>
          <a:blip xmlns:r="http://schemas.openxmlformats.org/officeDocument/2006/relationships" xmlns:a="http://schemas.openxmlformats.org/drawingml/2006/main" r:embed="Rbfd85f120f58467f"/>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7" name="Picture 16">
            <a:extLst xmlns:a="http://schemas.openxmlformats.org/drawingml/2006/main">
              <a:ext uri="{FF2B5EF4-FFF2-40B4-BE49-F238E27FC236}">
                <a16:creationId xmlns:a16="http://schemas.microsoft.com/office/drawing/2014/main" id="{05A86D1B-AA05-43EE-AACC-DA72DF74A211}"/>
              </a:ext>
            </a:extLst>
          </p:cNvPr>
          <p:cNvPicPr>
            <a:picLocks xmlns:a="http://schemas.openxmlformats.org/drawingml/2006/main" noChangeAspect="1"/>
          </p:cNvPicPr>
          <p:nvPr/>
        </p:nvPicPr>
        <p:blipFill>
          <a:blip xmlns:r="http://schemas.openxmlformats.org/officeDocument/2006/relationships" xmlns:a="http://schemas.openxmlformats.org/drawingml/2006/main" r:embed="R167789faca594114"/>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9" name="Oval 18">
            <a:extLst xmlns:a="http://schemas.openxmlformats.org/drawingml/2006/main">
              <a:ext uri="{FF2B5EF4-FFF2-40B4-BE49-F238E27FC236}">
                <a16:creationId xmlns:a16="http://schemas.microsoft.com/office/drawing/2014/main" id="{B944A9A0-279D-4287-22A6-B50BEFA9D41A}"/>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759E2F26-1088-5258-841C-AB0BAAE822E4}"/>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Freeform 20">
            <a:extLst xmlns:a="http://schemas.openxmlformats.org/drawingml/2006/main">
              <a:ext uri="{FF2B5EF4-FFF2-40B4-BE49-F238E27FC236}">
                <a16:creationId xmlns:a16="http://schemas.microsoft.com/office/drawing/2014/main" id="{E418F7BB-B3EC-2462-55FF-B70CB9656121}"/>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9" name="Slide Number Placeholder 8">
            <a:extLst xmlns:a="http://schemas.openxmlformats.org/drawingml/2006/main">
              <a:ext uri="{FF2B5EF4-FFF2-40B4-BE49-F238E27FC236}">
                <a16:creationId xmlns:a16="http://schemas.microsoft.com/office/drawing/2014/main" id="{5DEEE4D8-5523-46DF-9BE4-7B5B03582B52}"/>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0.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3EC708-B888-49F5-86B0-5922A309F35F}"/>
              </a:ext>
            </a:extLst>
          </p:cNvPr>
          <p:cNvSpPr>
            <a:spLocks xmlns:a="http://schemas.openxmlformats.org/drawingml/2006/main" noGrp="1"/>
          </p:cNvSpPr>
          <p:nvPr>
            <p:ph type="title" idx="0"/>
          </p:nvPr>
        </p:nvSpPr>
        <p:spPr>
          <a:xfrm xmlns:a="http://schemas.openxmlformats.org/drawingml/2006/main">
            <a:off x="606000" y="977990"/>
            <a:ext cx="10980000" cy="986400"/>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19E5E2E-5CB9-42FC-A2F1-33504F57BD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1720595-1D13-FB4B-A345-0906822BCC7D}" type="datetime3">
              <a:t>31 March 2024</a:t>
            </a:fld>
            <a:endParaRPr/>
          </a:p>
        </p:txBody>
      </p:sp>
      <p:sp>
        <p:nvSpPr>
          <p:cNvPr id="4" name="Footer Placeholder 3">
            <a:extLst xmlns:a="http://schemas.openxmlformats.org/drawingml/2006/main">
              <a:ext uri="{FF2B5EF4-FFF2-40B4-BE49-F238E27FC236}">
                <a16:creationId xmlns:a16="http://schemas.microsoft.com/office/drawing/2014/main" id="{5D15C169-C678-4764-B3DA-E5D383F710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6" name="Rectangle 5">
            <a:extLst xmlns:a="http://schemas.openxmlformats.org/drawingml/2006/main">
              <a:ext uri="{FF2B5EF4-FFF2-40B4-BE49-F238E27FC236}">
                <a16:creationId xmlns:a16="http://schemas.microsoft.com/office/drawing/2014/main" id="{23636FC2-729D-C9CA-CC90-21D4CBEC73A2}"/>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AA385C0-495A-0190-FBE8-231CFC660C3A}"/>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04f39e66c2ef4112"/>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D6AA5F0-C810-9BFE-4A24-47254E96DDA4}"/>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0" name="Rounded Rectangle 9">
            <a:extLst xmlns:a="http://schemas.openxmlformats.org/drawingml/2006/main">
              <a:ext uri="{FF2B5EF4-FFF2-40B4-BE49-F238E27FC236}">
                <a16:creationId xmlns:a16="http://schemas.microsoft.com/office/drawing/2014/main" id="{FA9113C1-A485-B1D0-18A2-2B4ACB6C023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581A74BC-FADD-5AAC-4592-F1F01A7FEE2B}"/>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2" name="Picture 11">
            <a:extLst xmlns:a="http://schemas.openxmlformats.org/drawingml/2006/main">
              <a:ext uri="{FF2B5EF4-FFF2-40B4-BE49-F238E27FC236}">
                <a16:creationId xmlns:a16="http://schemas.microsoft.com/office/drawing/2014/main" id="{0B12A8ED-9640-4765-A0C1-361C1D8C518F}"/>
              </a:ext>
            </a:extLst>
          </p:cNvPr>
          <p:cNvPicPr>
            <a:picLocks xmlns:a="http://schemas.openxmlformats.org/drawingml/2006/main" noChangeAspect="1"/>
          </p:cNvPicPr>
          <p:nvPr/>
        </p:nvPicPr>
        <p:blipFill>
          <a:blip xmlns:r="http://schemas.openxmlformats.org/officeDocument/2006/relationships" xmlns:a="http://schemas.openxmlformats.org/drawingml/2006/main" r:embed="R5470582450c64e8d"/>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3" name="Picture 12">
            <a:extLst xmlns:a="http://schemas.openxmlformats.org/drawingml/2006/main">
              <a:ext uri="{FF2B5EF4-FFF2-40B4-BE49-F238E27FC236}">
                <a16:creationId xmlns:a16="http://schemas.microsoft.com/office/drawing/2014/main" id="{A80D0181-F597-4176-8CE2-EFBFA9789AEE}"/>
              </a:ext>
            </a:extLst>
          </p:cNvPr>
          <p:cNvPicPr>
            <a:picLocks xmlns:a="http://schemas.openxmlformats.org/drawingml/2006/main" noChangeAspect="1"/>
          </p:cNvPicPr>
          <p:nvPr/>
        </p:nvPicPr>
        <p:blipFill>
          <a:blip xmlns:r="http://schemas.openxmlformats.org/officeDocument/2006/relationships" xmlns:a="http://schemas.openxmlformats.org/drawingml/2006/main" r:embed="R67a937e6480e4ecc"/>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5" name="Oval 14">
            <a:extLst xmlns:a="http://schemas.openxmlformats.org/drawingml/2006/main">
              <a:ext uri="{FF2B5EF4-FFF2-40B4-BE49-F238E27FC236}">
                <a16:creationId xmlns:a16="http://schemas.microsoft.com/office/drawing/2014/main" id="{E6F2E26B-6E6E-A080-698A-20804C4088BF}"/>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6E87EB44-478E-3F0B-3713-00B3ED19FFD9}"/>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Freeform 16">
            <a:extLst xmlns:a="http://schemas.openxmlformats.org/drawingml/2006/main">
              <a:ext uri="{FF2B5EF4-FFF2-40B4-BE49-F238E27FC236}">
                <a16:creationId xmlns:a16="http://schemas.microsoft.com/office/drawing/2014/main" id="{725A6CA3-8A6F-8240-FE9F-93A63D7F2742}"/>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5" name="Slide Number Placeholder 4">
            <a:extLst xmlns:a="http://schemas.openxmlformats.org/drawingml/2006/main">
              <a:ext uri="{FF2B5EF4-FFF2-40B4-BE49-F238E27FC236}">
                <a16:creationId xmlns:a16="http://schemas.microsoft.com/office/drawing/2014/main" id="{9861B6E0-E183-407F-8AD8-87D695DFF339}"/>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1.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5461170-BD85-4A70-9902-2715ACD3D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95D7E87-33E4-774F-A870-A86FB4A2E684}" type="datetime3">
              <a:t>31 March 2024</a:t>
            </a:fld>
            <a:endParaRPr/>
          </a:p>
        </p:txBody>
      </p:sp>
      <p:sp>
        <p:nvSpPr>
          <p:cNvPr id="3" name="Footer Placeholder 2">
            <a:extLst xmlns:a="http://schemas.openxmlformats.org/drawingml/2006/main">
              <a:ext uri="{FF2B5EF4-FFF2-40B4-BE49-F238E27FC236}">
                <a16:creationId xmlns:a16="http://schemas.microsoft.com/office/drawing/2014/main" id="{AC50D91C-6F8E-4519-B7D1-B3E25F0983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4" name="Slide Number Placeholder 3">
            <a:extLst xmlns:a="http://schemas.openxmlformats.org/drawingml/2006/main">
              <a:ext uri="{FF2B5EF4-FFF2-40B4-BE49-F238E27FC236}">
                <a16:creationId xmlns:a16="http://schemas.microsoft.com/office/drawing/2014/main" id="{3FBC72F1-0DD4-4DBA-8576-FA1EF06CD3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a:t>
            </a:fld>
            <a:endParaRPr/>
          </a:p>
        </p:txBody>
      </p:sp>
    </p:spTree>
  </p:cSld>
</p:sldLayout>
</file>

<file path=ppt/slideLayouts/slideLayout12.xml><?xml version="1.0" encoding="utf-8"?>
<p:sldLayout xmlns:p="http://schemas.openxmlformats.org/presentationml/2006/main" type="blank" preserve="1">
  <p:cSld name="2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2C777E3-EDA9-4FC2-A6D4-C42429935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95D7E87-33E4-774F-A870-A86FB4A2E684}" type="datetime3">
              <a:t>31 March 2024</a:t>
            </a:fld>
            <a:endParaRPr/>
          </a:p>
        </p:txBody>
      </p:sp>
      <p:sp>
        <p:nvSpPr>
          <p:cNvPr id="3" name="Footer Placeholder 2">
            <a:extLst xmlns:a="http://schemas.openxmlformats.org/drawingml/2006/main">
              <a:ext uri="{FF2B5EF4-FFF2-40B4-BE49-F238E27FC236}">
                <a16:creationId xmlns:a16="http://schemas.microsoft.com/office/drawing/2014/main" id="{383C20A8-334C-4483-ACB4-4749A34058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4" name="Slide Number Placeholder 3">
            <a:extLst xmlns:a="http://schemas.openxmlformats.org/drawingml/2006/main">
              <a:ext uri="{FF2B5EF4-FFF2-40B4-BE49-F238E27FC236}">
                <a16:creationId xmlns:a16="http://schemas.microsoft.com/office/drawing/2014/main" id="{9BDDBD1E-ABD2-4299-9975-4901205B0B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a:t>
            </a:fld>
            <a:endParaRPr/>
          </a:p>
        </p:txBody>
      </p:sp>
    </p:spTree>
  </p:cSld>
</p:sldLayout>
</file>

<file path=ppt/slideLayouts/slideLayout13.xml><?xml version="1.0" encoding="utf-8"?>
<p:sldLayout xmlns:p="http://schemas.openxmlformats.org/presentationml/2006/main" type="blank"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BE8D127-4C34-477B-AD8A-B173C73765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95D7E87-33E4-774F-A870-A86FB4A2E684}" type="datetime3">
              <a:t>31 March 2024</a:t>
            </a:fld>
            <a:endParaRPr/>
          </a:p>
        </p:txBody>
      </p:sp>
      <p:sp>
        <p:nvSpPr>
          <p:cNvPr id="3" name="Footer Placeholder 2">
            <a:extLst xmlns:a="http://schemas.openxmlformats.org/drawingml/2006/main">
              <a:ext uri="{FF2B5EF4-FFF2-40B4-BE49-F238E27FC236}">
                <a16:creationId xmlns:a16="http://schemas.microsoft.com/office/drawing/2014/main" id="{213F7645-8C2F-4337-AE5B-43D9877450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4" name="Slide Number Placeholder 3">
            <a:extLst xmlns:a="http://schemas.openxmlformats.org/drawingml/2006/main">
              <a:ext uri="{FF2B5EF4-FFF2-40B4-BE49-F238E27FC236}">
                <a16:creationId xmlns:a16="http://schemas.microsoft.com/office/drawing/2014/main" id="{B0EAB66B-EF82-4B8C-9230-4DCBD626C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a:t>
            </a:fld>
            <a:endParaRPr/>
          </a:p>
        </p:txBody>
      </p:sp>
    </p:spTree>
  </p:cSld>
</p:sldLayout>
</file>

<file path=ppt/slideLayouts/slideLayout14.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9A4D9C-FBEF-4F45-9F8E-23B29807C9AF}"/>
              </a:ext>
            </a:extLst>
          </p:cNvPr>
          <p:cNvSpPr>
            <a:spLocks xmlns:a="http://schemas.openxmlformats.org/drawingml/2006/main" noGrp="1"/>
          </p:cNvSpPr>
          <p:nvPr>
            <p:ph type="title" idx="0"/>
          </p:nvPr>
        </p:nvSpPr>
        <p:spPr>
          <a:xfrm xmlns:a="http://schemas.openxmlformats.org/drawingml/2006/main">
            <a:off x="657226" y="1248198"/>
            <a:ext cx="4114799" cy="1399587"/>
          </a:xfrm>
        </p:spPr>
        <p:txBody>
          <a:bodyPr xmlns:a="http://schemas.openxmlformats.org/drawingml/2006/main" anchor="ctr">
            <a:noAutofit/>
          </a:bodyPr>
          <a:lstStyle xmlns:a="http://schemas.openxmlformats.org/drawingml/2006/main">
            <a:lvl1pPr marL="0" indent="0" algn="l" defTabSz="914400">
              <a:lnSpc>
                <a:spcPct val="90000"/>
              </a:lnSpc>
              <a:spcBef>
                <a:spcPct val="0"/>
              </a:spcBef>
              <a:buFont typeface="+mj-lt"/>
              <a:buNone/>
              <a:defRPr sz="40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6347876-C447-4346-8322-39828DDC7E55}"/>
              </a:ext>
            </a:extLst>
          </p:cNvPr>
          <p:cNvSpPr>
            <a:spLocks xmlns:a="http://schemas.openxmlformats.org/drawingml/2006/main" noGrp="1"/>
          </p:cNvSpPr>
          <p:nvPr>
            <p:ph idx="1"/>
          </p:nvPr>
        </p:nvSpPr>
        <p:spPr>
          <a:xfrm xmlns:a="http://schemas.openxmlformats.org/drawingml/2006/main">
            <a:off x="5183188" y="1247490"/>
            <a:ext cx="6325038" cy="4788557"/>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0D57EA1B-5C5B-40A3-8FD2-EE5646CC55F8}"/>
              </a:ext>
            </a:extLst>
          </p:cNvPr>
          <p:cNvSpPr>
            <a:spLocks xmlns:a="http://schemas.openxmlformats.org/drawingml/2006/main" noGrp="1"/>
          </p:cNvSpPr>
          <p:nvPr>
            <p:ph type="body" idx="2"/>
          </p:nvPr>
        </p:nvSpPr>
        <p:spPr>
          <a:xfrm xmlns:a="http://schemas.openxmlformats.org/drawingml/2006/main">
            <a:off x="657226" y="2777068"/>
            <a:ext cx="4114799" cy="326691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F5E66F5-C9C4-4170-BEC0-602218F1FA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0AC5163-90AE-AD4E-90CC-EF8132230884}" type="datetime3">
              <a:t>31 March 2024</a:t>
            </a:fld>
            <a:endParaRPr/>
          </a:p>
        </p:txBody>
      </p:sp>
      <p:sp>
        <p:nvSpPr>
          <p:cNvPr id="6" name="Footer Placeholder 5">
            <a:extLst xmlns:a="http://schemas.openxmlformats.org/drawingml/2006/main">
              <a:ext uri="{FF2B5EF4-FFF2-40B4-BE49-F238E27FC236}">
                <a16:creationId xmlns:a16="http://schemas.microsoft.com/office/drawing/2014/main" id="{8294C5B7-CDFA-4B9D-9400-253A0F2E3F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8" name="Rectangle 7">
            <a:extLst xmlns:a="http://schemas.openxmlformats.org/drawingml/2006/main">
              <a:ext uri="{FF2B5EF4-FFF2-40B4-BE49-F238E27FC236}">
                <a16:creationId xmlns:a16="http://schemas.microsoft.com/office/drawing/2014/main" id="{49F4E612-1058-8C98-5698-29AC0F96CCFC}"/>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7A6C02E4-C8F1-CFE1-7D10-8623040C9C70}"/>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82ddc1cc14524cc1"/>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D41C53F-A49B-53F0-C3F1-679406363096}"/>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2" name="Rounded Rectangle 11">
            <a:extLst xmlns:a="http://schemas.openxmlformats.org/drawingml/2006/main">
              <a:ext uri="{FF2B5EF4-FFF2-40B4-BE49-F238E27FC236}">
                <a16:creationId xmlns:a16="http://schemas.microsoft.com/office/drawing/2014/main" id="{1D52B6A8-0087-00B0-3232-F07D0531A071}"/>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4A6EF4E7-68D7-4757-F5BC-40A00600395C}"/>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Picture 13">
            <a:extLst xmlns:a="http://schemas.openxmlformats.org/drawingml/2006/main">
              <a:ext uri="{FF2B5EF4-FFF2-40B4-BE49-F238E27FC236}">
                <a16:creationId xmlns:a16="http://schemas.microsoft.com/office/drawing/2014/main" id="{3AB2E642-BB44-4EDD-AAE3-CDB5E0A9C5BD}"/>
              </a:ext>
            </a:extLst>
          </p:cNvPr>
          <p:cNvPicPr>
            <a:picLocks xmlns:a="http://schemas.openxmlformats.org/drawingml/2006/main" noChangeAspect="1"/>
          </p:cNvPicPr>
          <p:nvPr/>
        </p:nvPicPr>
        <p:blipFill>
          <a:blip xmlns:r="http://schemas.openxmlformats.org/officeDocument/2006/relationships" xmlns:a="http://schemas.openxmlformats.org/drawingml/2006/main" r:embed="R62cc7c82e5bf4ea0"/>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5" name="Picture 14">
            <a:extLst xmlns:a="http://schemas.openxmlformats.org/drawingml/2006/main">
              <a:ext uri="{FF2B5EF4-FFF2-40B4-BE49-F238E27FC236}">
                <a16:creationId xmlns:a16="http://schemas.microsoft.com/office/drawing/2014/main" id="{C0EECEFB-C2E0-43EC-8D3C-9C430E5576A5}"/>
              </a:ext>
            </a:extLst>
          </p:cNvPr>
          <p:cNvPicPr>
            <a:picLocks xmlns:a="http://schemas.openxmlformats.org/drawingml/2006/main" noChangeAspect="1"/>
          </p:cNvPicPr>
          <p:nvPr/>
        </p:nvPicPr>
        <p:blipFill>
          <a:blip xmlns:r="http://schemas.openxmlformats.org/officeDocument/2006/relationships" xmlns:a="http://schemas.openxmlformats.org/drawingml/2006/main" r:embed="Ra863c695ab22438f"/>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7" name="Oval 16">
            <a:extLst xmlns:a="http://schemas.openxmlformats.org/drawingml/2006/main">
              <a:ext uri="{FF2B5EF4-FFF2-40B4-BE49-F238E27FC236}">
                <a16:creationId xmlns:a16="http://schemas.microsoft.com/office/drawing/2014/main" id="{3F1E5B57-26E0-13A1-B4C3-FBB674F761F8}"/>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601CDAB9-F5F1-D42C-1271-4A7D18D9DC06}"/>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18">
            <a:extLst xmlns:a="http://schemas.openxmlformats.org/drawingml/2006/main">
              <a:ext uri="{FF2B5EF4-FFF2-40B4-BE49-F238E27FC236}">
                <a16:creationId xmlns:a16="http://schemas.microsoft.com/office/drawing/2014/main" id="{2AB873A6-A6DD-3337-0E8F-2FC03C939D1C}"/>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Slide Number Placeholder 6">
            <a:extLst xmlns:a="http://schemas.openxmlformats.org/drawingml/2006/main">
              <a:ext uri="{FF2B5EF4-FFF2-40B4-BE49-F238E27FC236}">
                <a16:creationId xmlns:a16="http://schemas.microsoft.com/office/drawing/2014/main" id="{053C4224-9330-4356-BB99-93E382C85AC8}"/>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5.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ABD921-2B12-473B-9ABA-2A597B924E3A}"/>
              </a:ext>
            </a:extLst>
          </p:cNvPr>
          <p:cNvSpPr>
            <a:spLocks xmlns:a="http://schemas.openxmlformats.org/drawingml/2006/main" noGrp="1"/>
          </p:cNvSpPr>
          <p:nvPr>
            <p:ph type="title" idx="0"/>
          </p:nvPr>
        </p:nvSpPr>
        <p:spPr>
          <a:xfrm xmlns:a="http://schemas.openxmlformats.org/drawingml/2006/main">
            <a:off x="657226" y="1270699"/>
            <a:ext cx="4114799" cy="1162180"/>
          </a:xfrm>
        </p:spPr>
        <p:txBody>
          <a:bodyPr xmlns:a="http://schemas.openxmlformats.org/drawingml/2006/main" anchor="ctr">
            <a:noAutofit/>
          </a:bodyPr>
          <a:lstStyle xmlns:a="http://schemas.openxmlformats.org/drawingml/2006/main">
            <a:lvl1pPr marL="0" indent="0" algn="l" defTabSz="914400">
              <a:lnSpc>
                <a:spcPct val="90000"/>
              </a:lnSpc>
              <a:spcBef>
                <a:spcPct val="0"/>
              </a:spcBef>
              <a:buFont typeface="+mj-lt"/>
              <a:buNone/>
              <a:defRPr sz="40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63AF1C-DC2E-45DD-B81E-7694BAA692B7}"/>
              </a:ext>
            </a:extLst>
          </p:cNvPr>
          <p:cNvSpPr>
            <a:spLocks xmlns:a="http://schemas.openxmlformats.org/drawingml/2006/main" noGrp="1"/>
          </p:cNvSpPr>
          <p:nvPr>
            <p:ph type="pic" idx="1"/>
          </p:nvPr>
        </p:nvSpPr>
        <p:spPr>
          <a:xfrm xmlns:a="http://schemas.openxmlformats.org/drawingml/2006/main">
            <a:off x="5183188" y="1270699"/>
            <a:ext cx="6325038" cy="479649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8E7ED398-72C3-4EF4-8571-450AC8F8A054}"/>
              </a:ext>
            </a:extLst>
          </p:cNvPr>
          <p:cNvSpPr>
            <a:spLocks xmlns:a="http://schemas.openxmlformats.org/drawingml/2006/main" noGrp="1"/>
          </p:cNvSpPr>
          <p:nvPr>
            <p:ph type="body" idx="2"/>
          </p:nvPr>
        </p:nvSpPr>
        <p:spPr>
          <a:xfrm xmlns:a="http://schemas.openxmlformats.org/drawingml/2006/main">
            <a:off x="657226" y="2561454"/>
            <a:ext cx="4114799" cy="3505740"/>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2CD5B69-40C7-45AD-A533-BA210E53FC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D3818E-E997-CB43-BA3A-7A12F66A1845}" type="datetime3">
              <a:t>31 March 2024</a:t>
            </a:fld>
            <a:endParaRPr/>
          </a:p>
        </p:txBody>
      </p:sp>
      <p:sp>
        <p:nvSpPr>
          <p:cNvPr id="6" name="Footer Placeholder 5">
            <a:extLst xmlns:a="http://schemas.openxmlformats.org/drawingml/2006/main">
              <a:ext uri="{FF2B5EF4-FFF2-40B4-BE49-F238E27FC236}">
                <a16:creationId xmlns:a16="http://schemas.microsoft.com/office/drawing/2014/main" id="{58A60651-14D7-4F7B-B947-CA7246A52E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8" name="Rectangle 7">
            <a:extLst xmlns:a="http://schemas.openxmlformats.org/drawingml/2006/main">
              <a:ext uri="{FF2B5EF4-FFF2-40B4-BE49-F238E27FC236}">
                <a16:creationId xmlns:a16="http://schemas.microsoft.com/office/drawing/2014/main" id="{3E772E24-BD94-18AA-FD01-31FA7CF5560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BBE4A83D-52D2-F989-EF30-67F8142259A4}"/>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62ebfadb450b42e3"/>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CC0737FF-EF11-8E07-04CA-FAD856E16DB6}"/>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2" name="Rounded Rectangle 11">
            <a:extLst xmlns:a="http://schemas.openxmlformats.org/drawingml/2006/main">
              <a:ext uri="{FF2B5EF4-FFF2-40B4-BE49-F238E27FC236}">
                <a16:creationId xmlns:a16="http://schemas.microsoft.com/office/drawing/2014/main" id="{667AD773-D1F6-2C2E-459A-06DB6685C3F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638EDDB1-984D-1061-4FC7-D2B6F17C5211}"/>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Picture 13">
            <a:extLst xmlns:a="http://schemas.openxmlformats.org/drawingml/2006/main">
              <a:ext uri="{FF2B5EF4-FFF2-40B4-BE49-F238E27FC236}">
                <a16:creationId xmlns:a16="http://schemas.microsoft.com/office/drawing/2014/main" id="{3D7983DE-90B3-4CE5-B221-6D92D480340F}"/>
              </a:ext>
            </a:extLst>
          </p:cNvPr>
          <p:cNvPicPr>
            <a:picLocks xmlns:a="http://schemas.openxmlformats.org/drawingml/2006/main" noChangeAspect="1"/>
          </p:cNvPicPr>
          <p:nvPr/>
        </p:nvPicPr>
        <p:blipFill>
          <a:blip xmlns:r="http://schemas.openxmlformats.org/officeDocument/2006/relationships" xmlns:a="http://schemas.openxmlformats.org/drawingml/2006/main" r:embed="Rf5874657622b4c65"/>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5" name="Picture 14">
            <a:extLst xmlns:a="http://schemas.openxmlformats.org/drawingml/2006/main">
              <a:ext uri="{FF2B5EF4-FFF2-40B4-BE49-F238E27FC236}">
                <a16:creationId xmlns:a16="http://schemas.microsoft.com/office/drawing/2014/main" id="{2E5E2882-2AA8-4333-B153-49CC7D11E00E}"/>
              </a:ext>
            </a:extLst>
          </p:cNvPr>
          <p:cNvPicPr>
            <a:picLocks xmlns:a="http://schemas.openxmlformats.org/drawingml/2006/main" noChangeAspect="1"/>
          </p:cNvPicPr>
          <p:nvPr/>
        </p:nvPicPr>
        <p:blipFill>
          <a:blip xmlns:r="http://schemas.openxmlformats.org/officeDocument/2006/relationships" xmlns:a="http://schemas.openxmlformats.org/drawingml/2006/main" r:embed="R01874748f7a94f2b"/>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7" name="Oval 16">
            <a:extLst xmlns:a="http://schemas.openxmlformats.org/drawingml/2006/main">
              <a:ext uri="{FF2B5EF4-FFF2-40B4-BE49-F238E27FC236}">
                <a16:creationId xmlns:a16="http://schemas.microsoft.com/office/drawing/2014/main" id="{C20B1677-C94F-846B-77EE-9A193D11F54B}"/>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65A92C3F-4715-4909-6588-378EC050C246}"/>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18">
            <a:extLst xmlns:a="http://schemas.openxmlformats.org/drawingml/2006/main">
              <a:ext uri="{FF2B5EF4-FFF2-40B4-BE49-F238E27FC236}">
                <a16:creationId xmlns:a16="http://schemas.microsoft.com/office/drawing/2014/main" id="{AC99D0E8-C446-4E6E-2E7F-3C5E6A007D9D}"/>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Slide Number Placeholder 6">
            <a:extLst xmlns:a="http://schemas.openxmlformats.org/drawingml/2006/main">
              <a:ext uri="{FF2B5EF4-FFF2-40B4-BE49-F238E27FC236}">
                <a16:creationId xmlns:a16="http://schemas.microsoft.com/office/drawing/2014/main" id="{93626F23-F5CC-4619-B575-D509133AE722}"/>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6.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746EDE-2746-4D20-8EE8-E0E0F8EDBAD0}"/>
              </a:ext>
            </a:extLst>
          </p:cNvPr>
          <p:cNvSpPr>
            <a:spLocks xmlns:a="http://schemas.openxmlformats.org/drawingml/2006/main" noGrp="1"/>
          </p:cNvSpPr>
          <p:nvPr>
            <p:ph type="title" idx="0"/>
          </p:nvPr>
        </p:nvSpPr>
        <p:spPr>
          <a:xfrm xmlns:a="http://schemas.openxmlformats.org/drawingml/2006/main">
            <a:off x="838200" y="929761"/>
            <a:ext cx="10515600" cy="776548"/>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5B6A98D-7234-4E9E-ADCE-56532B983F33}"/>
              </a:ext>
            </a:extLst>
          </p:cNvPr>
          <p:cNvSpPr>
            <a:spLocks xmlns:a="http://schemas.openxmlformats.org/drawingml/2006/main" noGrp="1"/>
          </p:cNvSpPr>
          <p:nvPr>
            <p:ph type="body" idx="1"/>
          </p:nvPr>
        </p:nvSpPr>
        <p:spPr>
          <a:xfrm xmlns:a="http://schemas.openxmlformats.org/drawingml/2006/main">
            <a:off x="838200" y="1792404"/>
            <a:ext cx="10515600" cy="4384559"/>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8C7E142-E71C-4415-9520-86CB9106D0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46C75B1-5554-9E4B-9A38-5905F72F5940}"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79536B8E-F898-4D3C-AFA3-5304AF8371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5BDC0A23-1328-52C6-A081-D12BD93902E5}"/>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A5CE3DD9-51D1-E19D-3E06-90C65EDEDC8F}"/>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e08d6a1310d04b42"/>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2BB84F3-1D66-E2E8-E826-723A4E767341}"/>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E5497DE0-0B16-BC6B-6FF5-9B929CD769D5}"/>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329FDB57-B8ED-7771-901B-1E7618CEFA1A}"/>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76CBBE69-9CFE-412A-9183-9CF29CA0BDAF}"/>
              </a:ext>
            </a:extLst>
          </p:cNvPr>
          <p:cNvPicPr>
            <a:picLocks xmlns:a="http://schemas.openxmlformats.org/drawingml/2006/main" noChangeAspect="1"/>
          </p:cNvPicPr>
          <p:nvPr/>
        </p:nvPicPr>
        <p:blipFill>
          <a:blip xmlns:r="http://schemas.openxmlformats.org/officeDocument/2006/relationships" xmlns:a="http://schemas.openxmlformats.org/drawingml/2006/main" r:embed="R7a623ad18f594f49"/>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6CA1E923-C052-442E-ACD6-742939574DEB}"/>
              </a:ext>
            </a:extLst>
          </p:cNvPr>
          <p:cNvPicPr>
            <a:picLocks xmlns:a="http://schemas.openxmlformats.org/drawingml/2006/main" noChangeAspect="1"/>
          </p:cNvPicPr>
          <p:nvPr/>
        </p:nvPicPr>
        <p:blipFill>
          <a:blip xmlns:r="http://schemas.openxmlformats.org/officeDocument/2006/relationships" xmlns:a="http://schemas.openxmlformats.org/drawingml/2006/main" r:embed="R676ef19e5f754cff"/>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6" name="Oval 15">
            <a:extLst xmlns:a="http://schemas.openxmlformats.org/drawingml/2006/main">
              <a:ext uri="{FF2B5EF4-FFF2-40B4-BE49-F238E27FC236}">
                <a16:creationId xmlns:a16="http://schemas.microsoft.com/office/drawing/2014/main" id="{741E81DB-4E8D-E98B-BF91-1CFFC0BAEBDF}"/>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33025DD8-AFB9-10B6-DDE8-D2282F9E5CE3}"/>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Freeform 17">
            <a:extLst xmlns:a="http://schemas.openxmlformats.org/drawingml/2006/main">
              <a:ext uri="{FF2B5EF4-FFF2-40B4-BE49-F238E27FC236}">
                <a16:creationId xmlns:a16="http://schemas.microsoft.com/office/drawing/2014/main" id="{4F0D81A6-FA21-21F6-FF6F-EFBBD913E859}"/>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A13FAA5E-F000-4536-B118-57EEE5679E58}"/>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7.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DA6872B-EA17-4C8B-90F3-7D7EC430815E}"/>
              </a:ext>
            </a:extLst>
          </p:cNvPr>
          <p:cNvSpPr>
            <a:spLocks xmlns:a="http://schemas.openxmlformats.org/drawingml/2006/main" noGrp="1"/>
          </p:cNvSpPr>
          <p:nvPr>
            <p:ph type="title" idx="0"/>
          </p:nvPr>
        </p:nvSpPr>
        <p:spPr>
          <a:xfrm xmlns:a="http://schemas.openxmlformats.org/drawingml/2006/main">
            <a:off x="8724900" y="1038421"/>
            <a:ext cx="2628900" cy="5138542"/>
          </a:xfrm>
        </p:spPr>
        <p:txBody>
          <a:bodyPr xmlns:a="http://schemas.openxmlformats.org/drawingml/2006/main" vert="eaVert">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39EFA77-81E5-414D-95E5-95B8B971BED2}"/>
              </a:ext>
            </a:extLst>
          </p:cNvPr>
          <p:cNvSpPr>
            <a:spLocks xmlns:a="http://schemas.openxmlformats.org/drawingml/2006/main" noGrp="1"/>
          </p:cNvSpPr>
          <p:nvPr>
            <p:ph type="body" idx="1"/>
          </p:nvPr>
        </p:nvSpPr>
        <p:spPr>
          <a:xfrm xmlns:a="http://schemas.openxmlformats.org/drawingml/2006/main">
            <a:off x="838200" y="1038421"/>
            <a:ext cx="7734300" cy="5138542"/>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87063A-3619-4C98-A1A0-ACFD2B6662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EB64986-AD58-F748-BD5B-19DAFB14C4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73ACD0D1-C659-4B6C-8FE0-FCBC24C341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9C7F3936-136F-C194-2C47-66CE68C8B563}"/>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0EAECB53-429D-BB1E-41F9-39259E111926}"/>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679dcd20a0994e1e"/>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302EFEB-91F7-F4A9-6DC7-57C29D79F9F9}"/>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548153D4-0D7E-5E40-CC29-BA0D3438A6E0}"/>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25D12D13-7CA6-581B-369D-0786B7CDA747}"/>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4E625129-C561-4879-BA83-54AA8DA6CA31}"/>
              </a:ext>
            </a:extLst>
          </p:cNvPr>
          <p:cNvPicPr>
            <a:picLocks xmlns:a="http://schemas.openxmlformats.org/drawingml/2006/main" noChangeAspect="1"/>
          </p:cNvPicPr>
          <p:nvPr/>
        </p:nvPicPr>
        <p:blipFill>
          <a:blip xmlns:r="http://schemas.openxmlformats.org/officeDocument/2006/relationships" xmlns:a="http://schemas.openxmlformats.org/drawingml/2006/main" r:embed="R73680984db694e6a"/>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9D7A8F99-C59F-4DF2-9EAA-AAD54741BFBC}"/>
              </a:ext>
            </a:extLst>
          </p:cNvPr>
          <p:cNvPicPr>
            <a:picLocks xmlns:a="http://schemas.openxmlformats.org/drawingml/2006/main" noChangeAspect="1"/>
          </p:cNvPicPr>
          <p:nvPr/>
        </p:nvPicPr>
        <p:blipFill>
          <a:blip xmlns:r="http://schemas.openxmlformats.org/officeDocument/2006/relationships" xmlns:a="http://schemas.openxmlformats.org/drawingml/2006/main" r:embed="Rcb157282db6f442a"/>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6" name="Oval 15">
            <a:extLst xmlns:a="http://schemas.openxmlformats.org/drawingml/2006/main">
              <a:ext uri="{FF2B5EF4-FFF2-40B4-BE49-F238E27FC236}">
                <a16:creationId xmlns:a16="http://schemas.microsoft.com/office/drawing/2014/main" id="{FD395D56-A0D5-B2F3-8B05-9F07E63BF0C4}"/>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7BF5558D-A677-95F7-5700-2D1E71FBD838}"/>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Freeform 17">
            <a:extLst xmlns:a="http://schemas.openxmlformats.org/drawingml/2006/main">
              <a:ext uri="{FF2B5EF4-FFF2-40B4-BE49-F238E27FC236}">
                <a16:creationId xmlns:a16="http://schemas.microsoft.com/office/drawing/2014/main" id="{A797F9EA-0DAE-4EA8-F91E-D25EC18E94F5}"/>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A3254F80-6F78-473F-BCD3-1A81A4E29B68}"/>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a4d7ed7686403b" /><Relationship Type="http://schemas.openxmlformats.org/officeDocument/2006/relationships/slideLayout" Target="/ppt/slideLayouts/slideLayout1.xml" Id="R45c19d338e2a4f6c" /><Relationship Type="http://schemas.openxmlformats.org/officeDocument/2006/relationships/slideLayout" Target="/ppt/slideLayouts/slideLayout2.xml" Id="Rc3805f7b47af4cbe" /><Relationship Type="http://schemas.openxmlformats.org/officeDocument/2006/relationships/slideLayout" Target="/ppt/slideLayouts/slideLayout3.xml" Id="Rdd2a9c87dcea437a" /><Relationship Type="http://schemas.openxmlformats.org/officeDocument/2006/relationships/slideLayout" Target="/ppt/slideLayouts/slideLayout4.xml" Id="Rbedd92ebd90b46da" /><Relationship Type="http://schemas.openxmlformats.org/officeDocument/2006/relationships/slideLayout" Target="/ppt/slideLayouts/slideLayout5.xml" Id="Rdcf4221924e7405f" /><Relationship Type="http://schemas.openxmlformats.org/officeDocument/2006/relationships/slideLayout" Target="/ppt/slideLayouts/slideLayout6.xml" Id="R4efeebe8fd464174" /><Relationship Type="http://schemas.openxmlformats.org/officeDocument/2006/relationships/slideLayout" Target="/ppt/slideLayouts/slideLayout7.xml" Id="Rf4c469502b594af5" /><Relationship Type="http://schemas.openxmlformats.org/officeDocument/2006/relationships/slideLayout" Target="/ppt/slideLayouts/slideLayout8.xml" Id="R9136ef272c074358" /><Relationship Type="http://schemas.openxmlformats.org/officeDocument/2006/relationships/slideLayout" Target="/ppt/slideLayouts/slideLayout9.xml" Id="R656cdadd929d4ace" /><Relationship Type="http://schemas.openxmlformats.org/officeDocument/2006/relationships/slideLayout" Target="/ppt/slideLayouts/slideLayout10.xml" Id="R203ccbf0c3364dbf" /><Relationship Type="http://schemas.openxmlformats.org/officeDocument/2006/relationships/slideLayout" Target="/ppt/slideLayouts/slideLayout11.xml" Id="Rbe772c7ba5c749f6" /><Relationship Type="http://schemas.openxmlformats.org/officeDocument/2006/relationships/slideLayout" Target="/ppt/slideLayouts/slideLayout12.xml" Id="R856750d35976435b" /><Relationship Type="http://schemas.openxmlformats.org/officeDocument/2006/relationships/slideLayout" Target="/ppt/slideLayouts/slideLayout13.xml" Id="R89b5dc2850184bc1" /><Relationship Type="http://schemas.openxmlformats.org/officeDocument/2006/relationships/slideLayout" Target="/ppt/slideLayouts/slideLayout14.xml" Id="R6a41cc74107f47dc" /><Relationship Type="http://schemas.openxmlformats.org/officeDocument/2006/relationships/slideLayout" Target="/ppt/slideLayouts/slideLayout15.xml" Id="Ra3d14758e83c4360" /><Relationship Type="http://schemas.openxmlformats.org/officeDocument/2006/relationships/slideLayout" Target="/ppt/slideLayouts/slideLayout16.xml" Id="Rea31f967246a4f5f" /><Relationship Type="http://schemas.openxmlformats.org/officeDocument/2006/relationships/slideLayout" Target="/ppt/slideLayouts/slideLayout17.xml" Id="R63eef0687da746a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8" name="9Slide.vn - 2019">
            <a:extLst xmlns:a="http://schemas.openxmlformats.org/drawingml/2006/main">
              <a:ext uri="{FF2B5EF4-FFF2-40B4-BE49-F238E27FC236}">
                <a16:creationId xmlns:a16="http://schemas.microsoft.com/office/drawing/2014/main" id="{2E2EF8C9-F38D-9516-1D87-18E6996ECB8C}"/>
              </a:ext>
            </a:extLst>
          </p:cNvPr>
          <p:cNvSpPr>
            <a:spLocks xmlns:a="http://schemas.openxmlformats.org/drawingml/2006/main" noGrp="1"/>
          </p:cNvSpPr>
          <p:nvPr/>
        </p:nvSpPr>
        <p:spPr>
          <a:xfrm xmlns:a="http://schemas.openxmlformats.org/drawingml/2006/main">
            <a:off x="0" y="-1543110"/>
            <a:ext cx="12192000" cy="400110"/>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pPr algn="ctr">
              <a:buNone/>
            </a:pPr>
            <a:r>
              <a:rPr sz="2000">
                <a:solidFill>
                  <a:srgbClr val="C3C3C3"/>
                </a:solidFill>
              </a:rPr>
              <a:t>www.9slide.vn</a:t>
            </a:r>
            <a:endParaRPr sz="2000">
              <a:solidFill>
                <a:srgbClr val="C3C3C3"/>
              </a:solidFill>
            </a:endParaRPr>
          </a:p>
        </p:txBody>
      </p:sp>
      <p:sp>
        <p:nvSpPr>
          <p:cNvPr id="2" name="Title Placeholder 1">
            <a:extLst xmlns:a="http://schemas.openxmlformats.org/drawingml/2006/main">
              <a:ext uri="{FF2B5EF4-FFF2-40B4-BE49-F238E27FC236}">
                <a16:creationId xmlns:a16="http://schemas.microsoft.com/office/drawing/2014/main" id="{1670449E-3675-4031-8EE1-3EB29DA0FE0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83A0CBC-82B8-4035-88C3-CCAFEDA7B1C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A2DF3DD-90DC-48A2-9DD3-7CA68B38FA2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17EE0CA-0453-9B47-838C-B39080F57770}"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0C0D11A2-F8BF-4F67-8842-D0D69502330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Copyrights 2024 CE-UIT. All Rights Reserved.</a:t>
            </a:r>
            <a:endParaRPr/>
          </a:p>
        </p:txBody>
      </p:sp>
      <p:sp>
        <p:nvSpPr>
          <p:cNvPr id="6" name="Slide Number Placeholder 5">
            <a:extLst xmlns:a="http://schemas.openxmlformats.org/drawingml/2006/main">
              <a:ext uri="{FF2B5EF4-FFF2-40B4-BE49-F238E27FC236}">
                <a16:creationId xmlns:a16="http://schemas.microsoft.com/office/drawing/2014/main" id="{A3439A8C-1E8B-4D08-B6AB-5B4B84C38D1C}"/>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8F63A3B-78C7-47BE-AE5E-E10140E04643}" type="slidenum">
              <a:t>‹#›</a:t>
            </a:fld>
            <a:endParaRPr/>
          </a:p>
        </p:txBody>
      </p:sp>
      <p:sp>
        <p:nvSpPr>
          <p:cNvPr id="19" name="Freeform 18">
            <a:extLst xmlns:a="http://schemas.openxmlformats.org/drawingml/2006/main">
              <a:ext uri="{FF2B5EF4-FFF2-40B4-BE49-F238E27FC236}">
                <a16:creationId xmlns:a16="http://schemas.microsoft.com/office/drawing/2014/main" id="{F631ED36-F92A-CE11-0084-292D548DE0CF}"/>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c19d338e2a4f6c"/>
    <p:sldLayoutId xmlns:r="http://schemas.openxmlformats.org/officeDocument/2006/relationships" id="2147483650" r:id="Rc3805f7b47af4cbe"/>
    <p:sldLayoutId xmlns:r="http://schemas.openxmlformats.org/officeDocument/2006/relationships" id="2147483651" r:id="Rdd2a9c87dcea437a"/>
    <p:sldLayoutId xmlns:r="http://schemas.openxmlformats.org/officeDocument/2006/relationships" id="2147483652" r:id="Rbedd92ebd90b46da"/>
    <p:sldLayoutId xmlns:r="http://schemas.openxmlformats.org/officeDocument/2006/relationships" id="2147483653" r:id="Rdcf4221924e7405f"/>
    <p:sldLayoutId xmlns:r="http://schemas.openxmlformats.org/officeDocument/2006/relationships" id="2147483654" r:id="R4efeebe8fd464174"/>
    <p:sldLayoutId xmlns:r="http://schemas.openxmlformats.org/officeDocument/2006/relationships" id="2147483655" r:id="Rf4c469502b594af5"/>
    <p:sldLayoutId xmlns:r="http://schemas.openxmlformats.org/officeDocument/2006/relationships" id="2147483656" r:id="R9136ef272c074358"/>
    <p:sldLayoutId xmlns:r="http://schemas.openxmlformats.org/officeDocument/2006/relationships" id="2147483657" r:id="R656cdadd929d4ace"/>
    <p:sldLayoutId xmlns:r="http://schemas.openxmlformats.org/officeDocument/2006/relationships" id="2147483658" r:id="R203ccbf0c3364dbf"/>
    <p:sldLayoutId xmlns:r="http://schemas.openxmlformats.org/officeDocument/2006/relationships" id="2147483659" r:id="Rbe772c7ba5c749f6"/>
    <p:sldLayoutId xmlns:r="http://schemas.openxmlformats.org/officeDocument/2006/relationships" id="2147483660" r:id="R856750d35976435b"/>
    <p:sldLayoutId xmlns:r="http://schemas.openxmlformats.org/officeDocument/2006/relationships" id="2147483661" r:id="R89b5dc2850184bc1"/>
    <p:sldLayoutId xmlns:r="http://schemas.openxmlformats.org/officeDocument/2006/relationships" id="2147483662" r:id="R6a41cc74107f47dc"/>
    <p:sldLayoutId xmlns:r="http://schemas.openxmlformats.org/officeDocument/2006/relationships" id="2147483663" r:id="Ra3d14758e83c4360"/>
    <p:sldLayoutId xmlns:r="http://schemas.openxmlformats.org/officeDocument/2006/relationships" id="2147483664" r:id="Rea31f967246a4f5f"/>
    <p:sldLayoutId xmlns:r="http://schemas.openxmlformats.org/officeDocument/2006/relationships" id="2147483665" r:id="R63eef0687da746a7"/>
  </p:sldLayoutIdLst>
  <p:hf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E Green v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4ea8e6589146a1" /><Relationship Type="http://schemas.openxmlformats.org/officeDocument/2006/relationships/notesSlide" Target="/ppt/notesSlides/notesSlide1.xml" Id="Rfdec45e53dfd48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35e84a29bbe4214" /><Relationship Type="http://schemas.openxmlformats.org/officeDocument/2006/relationships/notesSlide" Target="/ppt/notesSlides/notesSlide2.xml" Id="Rf45d33b0abf845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d130ea4d8ff44c16" /><Relationship Type="http://schemas.openxmlformats.org/officeDocument/2006/relationships/notesSlide" Target="/ppt/notesSlides/notesSlide3.xml" Id="R4d74775024b840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03ff460265e54b5f" /><Relationship Type="http://schemas.openxmlformats.org/officeDocument/2006/relationships/notesSlide" Target="/ppt/notesSlides/notesSlide4.xml" Id="R491b052b587c40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0d1a60ed08dd4655" /><Relationship Type="http://schemas.openxmlformats.org/officeDocument/2006/relationships/notesSlide" Target="/ppt/notesSlides/notesSlide5.xml" Id="R1703289e8b7f41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eb61bbde89504523" /><Relationship Type="http://schemas.openxmlformats.org/officeDocument/2006/relationships/notesSlide" Target="/ppt/notesSlides/notesSlide6.xml" Id="R518498dd98fd4a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c3f9b54a645a48d6" /><Relationship Type="http://schemas.openxmlformats.org/officeDocument/2006/relationships/image" Target="/ppt/media/image6.png" Id="R0534a77dc6d0458f" /><Relationship Type="http://schemas.openxmlformats.org/officeDocument/2006/relationships/image" Target="/ppt/media/image7.png" Id="R1d01bf48ac994ed7" /><Relationship Type="http://schemas.openxmlformats.org/officeDocument/2006/relationships/image" Target="/ppt/media/image8.png" Id="R80e82dccbcce43bd" /><Relationship Type="http://schemas.openxmlformats.org/officeDocument/2006/relationships/notesSlide" Target="/ppt/notesSlides/notesSlide7.xml" Id="R009d495867d845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baa947f74324fb7" /><Relationship Type="http://schemas.openxmlformats.org/officeDocument/2006/relationships/image" Target="/ppt/media/image9.png" Id="R04e05bc7b19c4b4f" /><Relationship Type="http://schemas.openxmlformats.org/officeDocument/2006/relationships/image" Target="/ppt/media/image10.png" Id="R30d66b6cbd54406c" /><Relationship Type="http://schemas.openxmlformats.org/officeDocument/2006/relationships/notesSlide" Target="/ppt/notesSlides/notesSlide8.xml" Id="R6c57a142ff404a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71759864e414675" /><Relationship Type="http://schemas.openxmlformats.org/officeDocument/2006/relationships/notesSlide" Target="/ppt/notesSlides/notesSlide9.xml" Id="Rcf9ba6f774f540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e4e082dd61343c8" /><Relationship Type="http://schemas.openxmlformats.org/officeDocument/2006/relationships/notesSlide" Target="/ppt/notesSlides/notesSlide10.xml" Id="Rf26a85815bd64cb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6329C4-99A1-6E4F-4374-1D5CEAAC48DD}"/>
              </a:ext>
            </a:extLst>
          </p:cNvPr>
          <p:cNvSpPr>
            <a:spLocks xmlns:a="http://schemas.openxmlformats.org/drawingml/2006/main" noGrp="1"/>
          </p:cNvSpPr>
          <p:nvPr>
            <p:ph type="ctrTitle" idx="0"/>
          </p:nvPr>
        </p:nvSpPr>
        <p:spPr>
          <a:xfrm xmlns:a="http://schemas.openxmlformats.org/drawingml/2006/main">
            <a:off x="1524000" y="1591081"/>
            <a:ext cx="9144000" cy="1837919"/>
          </a:xfrm>
        </p:spPr>
        <p:txBody>
          <a:bodyPr xmlns:a="http://schemas.openxmlformats.org/drawingml/2006/main">
            <a:normAutofit fontScale="100000"/>
          </a:bodyPr>
          <a:lstStyle xmlns:a="http://schemas.openxmlformats.org/drawingml/2006/main">
            <a:defPPr algn="ctr">
              <a:defRPr sz="4125" b="1">
                <a:solidFill>
                  <a:srgbClr val="15C58B"/>
                </a:solidFill>
              </a:defRPr>
            </a:defPPr>
            <a:lvl1pPr algn="ctr">
              <a:buNone/>
              <a:defRPr sz="4125" b="1">
                <a:solidFill>
                  <a:srgbClr val="15C58B"/>
                </a:solidFill>
              </a:defRPr>
            </a:lvl1pPr>
            <a:lvl2pPr algn="ctr">
              <a:buNone/>
              <a:defRPr sz="4125" b="1">
                <a:solidFill>
                  <a:srgbClr val="15C58B"/>
                </a:solidFill>
              </a:defRPr>
            </a:lvl2pPr>
            <a:lvl3pPr algn="ctr">
              <a:buNone/>
              <a:defRPr sz="4125" b="1">
                <a:solidFill>
                  <a:srgbClr val="15C58B"/>
                </a:solidFill>
              </a:defRPr>
            </a:lvl3pPr>
            <a:lvl4pPr algn="ctr">
              <a:buNone/>
              <a:defRPr sz="4125" b="1">
                <a:solidFill>
                  <a:srgbClr val="15C58B"/>
                </a:solidFill>
              </a:defRPr>
            </a:lvl4pPr>
            <a:lvl5pPr algn="ctr">
              <a:buNone/>
              <a:defRPr sz="4125" b="1">
                <a:solidFill>
                  <a:srgbClr val="15C58B"/>
                </a:solidFill>
              </a:defRPr>
            </a:lvl5pPr>
            <a:lvl6pPr algn="ctr">
              <a:buNone/>
              <a:defRPr sz="4125" b="1">
                <a:solidFill>
                  <a:srgbClr val="15C58B"/>
                </a:solidFill>
              </a:defRPr>
            </a:lvl6pPr>
            <a:lvl7pPr algn="ctr">
              <a:buNone/>
              <a:defRPr sz="4125" b="1">
                <a:solidFill>
                  <a:srgbClr val="15C58B"/>
                </a:solidFill>
              </a:defRPr>
            </a:lvl7pPr>
            <a:lvl8pPr algn="ctr">
              <a:buNone/>
              <a:defRPr sz="4125" b="1">
                <a:solidFill>
                  <a:srgbClr val="15C58B"/>
                </a:solidFill>
              </a:defRPr>
            </a:lvl8pPr>
            <a:lvl9pPr algn="ctr">
              <a:buNone/>
              <a:defRPr sz="4125" b="1">
                <a:solidFill>
                  <a:srgbClr val="15C58B"/>
                </a:solidFill>
              </a:defRPr>
            </a:lvl9pPr>
          </a:lstStyle>
          <a:p xmlns:a="http://schemas.openxmlformats.org/drawingml/2006/main">
            <a:pPr algn="ctr">
              <a:buNone/>
              <a:defRPr sz="4125" b="1">
                <a:solidFill>
                  <a:srgbClr val="15C58B"/>
                </a:solidFill>
              </a:defRPr>
            </a:pPr>
            <a:r>
              <a:rPr sz="4125" b="1">
                <a:solidFill>
                  <a:srgbClr val="15C58B"/>
                </a:solidFill>
              </a:rPr>
              <a:t>HỆ THỐNG BĂNG TẢI</a:t>
            </a:r>
          </a:p>
          <a:p xmlns:a="http://schemas.openxmlformats.org/drawingml/2006/main">
            <a:pPr algn="ctr">
              <a:buNone/>
              <a:defRPr sz="4125" b="1">
                <a:solidFill>
                  <a:srgbClr val="15C58B"/>
                </a:solidFill>
              </a:defRPr>
            </a:pPr>
            <a:r>
              <a:rPr sz="4125" b="1">
                <a:solidFill>
                  <a:srgbClr val="15C58B"/>
                </a:solidFill>
              </a:rPr>
              <a:t>PHÂN LOẠI QUẢ TẮC</a:t>
            </a:r>
          </a:p>
        </p:txBody>
      </p:sp>
      <p:sp>
        <p:nvSpPr>
          <p:cNvPr id="3" name="Text Placeholder 2">
            <a:extLst xmlns:a="http://schemas.openxmlformats.org/drawingml/2006/main">
              <a:ext uri="{FF2B5EF4-FFF2-40B4-BE49-F238E27FC236}">
                <a16:creationId xmlns:a16="http://schemas.microsoft.com/office/drawing/2014/main" id="{14CE0914-A039-5855-B5C6-C4237FEC9CD1}"/>
              </a:ext>
            </a:extLst>
          </p:cNvPr>
          <p:cNvSpPr>
            <a:spLocks xmlns:a="http://schemas.openxmlformats.org/drawingml/2006/main" noGrp="1"/>
          </p:cNvSpPr>
          <p:nvPr>
            <p:ph type="body" idx="14"/>
          </p:nvPr>
        </p:nvSpPr>
        <p:spPr>
          <a:xfrm xmlns:a="http://schemas.openxmlformats.org/drawingml/2006/main">
            <a:off x="1524000" y="6005193"/>
            <a:ext cx="9144000" cy="519113"/>
          </a:xfrm>
        </p:spPr>
        <p:txBody>
          <a:bodyPr xmlns:a="http://schemas.openxmlformats.org/drawingml/2006/main"/>
          <a:lstStyle xmlns:a="http://schemas.openxmlformats.org/drawingml/2006/main"/>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A21DE20-70D6-DD65-B1D0-08C5B47A043F}"/>
              </a:ext>
            </a:extLst>
          </p:cNvPr>
          <p:cNvSpPr>
            <a:spLocks xmlns:a="http://schemas.openxmlformats.org/drawingml/2006/main" noGrp="1"/>
          </p:cNvSpPr>
          <p:nvPr>
            <p:ph type="body" idx="15"/>
          </p:nvPr>
        </p:nvSpPr>
        <p:spPr>
          <a:xfrm xmlns:a="http://schemas.openxmlformats.org/drawingml/2006/main">
            <a:off x="3730276" y="1217581"/>
            <a:ext cx="3905250" cy="381000"/>
          </a:xfrm>
        </p:spPr>
        <p:txBody>
          <a:bodyPr xmlns:a="http://schemas.openxmlformats.org/drawingml/2006/main"/>
          <a:lstStyle xmlns:a="http://schemas.openxmlformats.org/drawingml/2006/main"/>
          <a:p xmlns:a="http://schemas.openxmlformats.org/drawingml/2006/main">
            <a:pPr marL="0" indent="0">
              <a:buNone/>
            </a:pPr>
            <a:r>
              <a:rPr sz="1200"/>
              <a:t>BÁO CÁO TIẾN ĐỘ CE224</a:t>
            </a:r>
          </a:p>
        </p:txBody>
      </p:sp>
      <p:sp>
        <p:nvSpPr>
          <p:cNvPr id="8" name="TextBox 7">
            <a:extLst xmlns:a="http://schemas.openxmlformats.org/drawingml/2006/main">
              <a:ext uri="{FF2B5EF4-FFF2-40B4-BE49-F238E27FC236}">
                <a16:creationId xmlns:a16="http://schemas.microsoft.com/office/drawing/2014/main" id="{401E99C6-9F71-2563-42D3-79554AE1E10D}"/>
              </a:ext>
            </a:extLst>
          </p:cNvPr>
          <p:cNvSpPr>
            <a:spLocks xmlns:a="http://schemas.openxmlformats.org/drawingml/2006/main" noGrp="1"/>
          </p:cNvSpPr>
          <p:nvPr/>
        </p:nvSpPr>
        <p:spPr>
          <a:xfrm xmlns:a="http://schemas.openxmlformats.org/drawingml/2006/main">
            <a:off x="1524000" y="3681350"/>
            <a:ext cx="9144000" cy="5669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30000"/>
              </a:lnSpc>
              <a:spcBef>
                <a:spcPts val="300"/>
              </a:spcBef>
              <a:spcAft>
                <a:spcPts val="300"/>
              </a:spcAft>
              <a:buNone/>
            </a:pPr>
            <a:r>
              <a:rPr sz="2400" b="1">
                <a:solidFill>
                  <a:schemeClr val="accent4"/>
                </a:solidFill>
              </a:rPr>
              <a:t/>
            </a:r>
          </a:p>
        </p:txBody>
      </p:sp>
      <p:sp>
        <p:nvSpPr>
          <p:cNvPr id="9" name="">
            <a:extLst xmlns:a="http://schemas.openxmlformats.org/drawingml/2006/main">
              <a:ext uri="{FF2B5EF4-FFF2-40B4-BE49-F238E27FC236}">
                <a16:creationId xmlns:a16="http://schemas.microsoft.com/office/drawing/2014/main" id="{ADF60CCF-94E1-4AEF-BA8D-3D6C690F9D88}"/>
              </a:ext>
            </a:extLst>
          </p:cNvPr>
          <p:cNvSpPr>
            <a:spLocks xmlns:a="http://schemas.openxmlformats.org/drawingml/2006/main" noGrp="1"/>
          </p:cNvSpPr>
          <p:nvPr/>
        </p:nvSpPr>
        <p:spPr>
          <a:xfrm xmlns:a="http://schemas.openxmlformats.org/drawingml/2006/main">
            <a:off x="1609725" y="3771900"/>
            <a:ext cx="895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029676"/>
                </a:solidFill>
              </a:defRPr>
            </a:defPPr>
            <a:lvl1pPr algn="l">
              <a:buNone/>
              <a:defRPr sz="2550" b="1">
                <a:solidFill>
                  <a:srgbClr val="029676"/>
                </a:solidFill>
              </a:defRPr>
            </a:lvl1pPr>
            <a:lvl2pPr algn="l">
              <a:buNone/>
              <a:defRPr sz="2550" b="1">
                <a:solidFill>
                  <a:srgbClr val="029676"/>
                </a:solidFill>
              </a:defRPr>
            </a:lvl2pPr>
            <a:lvl3pPr algn="l">
              <a:buNone/>
              <a:defRPr sz="2550" b="1">
                <a:solidFill>
                  <a:srgbClr val="029676"/>
                </a:solidFill>
              </a:defRPr>
            </a:lvl3pPr>
            <a:lvl4pPr algn="l">
              <a:buNone/>
              <a:defRPr sz="2550" b="1">
                <a:solidFill>
                  <a:srgbClr val="029676"/>
                </a:solidFill>
              </a:defRPr>
            </a:lvl4pPr>
            <a:lvl5pPr algn="l">
              <a:buNone/>
              <a:defRPr sz="2550" b="1">
                <a:solidFill>
                  <a:srgbClr val="029676"/>
                </a:solidFill>
              </a:defRPr>
            </a:lvl5pPr>
            <a:lvl6pPr algn="l">
              <a:buNone/>
              <a:defRPr sz="2550" b="1">
                <a:solidFill>
                  <a:srgbClr val="029676"/>
                </a:solidFill>
              </a:defRPr>
            </a:lvl6pPr>
            <a:lvl7pPr algn="l">
              <a:buNone/>
              <a:defRPr sz="2550" b="1">
                <a:solidFill>
                  <a:srgbClr val="029676"/>
                </a:solidFill>
              </a:defRPr>
            </a:lvl7pPr>
            <a:lvl8pPr algn="l">
              <a:buNone/>
              <a:defRPr sz="2550" b="1">
                <a:solidFill>
                  <a:srgbClr val="029676"/>
                </a:solidFill>
              </a:defRPr>
            </a:lvl8pPr>
            <a:lvl9pPr algn="l">
              <a:buNone/>
              <a:defRPr sz="2550" b="1">
                <a:solidFill>
                  <a:srgbClr val="029676"/>
                </a:solidFill>
              </a:defRPr>
            </a:lvl9pPr>
          </a:lstStyle>
          <a:p xmlns:a="http://schemas.openxmlformats.org/drawingml/2006/main">
            <a:pPr algn="l">
              <a:buNone/>
              <a:defRPr sz="2550" b="1">
                <a:solidFill>
                  <a:srgbClr val="029676"/>
                </a:solidFill>
              </a:defRPr>
            </a:pPr>
            <a:r>
              <a:rPr sz="2550" b="1">
                <a:solidFill>
                  <a:srgbClr val="029676"/>
                </a:solidFill>
              </a:rPr>
              <a:t>Thiết kế hệ thống nhúng – CE224</a:t>
            </a:r>
          </a:p>
        </p:txBody>
      </p:sp>
      <p:sp>
        <p:nvSpPr>
          <p:cNvPr id="10" name="">
            <a:extLst xmlns:a="http://schemas.openxmlformats.org/drawingml/2006/main">
              <a:ext uri="{FF2B5EF4-FFF2-40B4-BE49-F238E27FC236}">
                <a16:creationId xmlns:a16="http://schemas.microsoft.com/office/drawing/2014/main" id="{933A3EFE-DED6-4DD6-BB82-DB33A8D1C847}"/>
              </a:ext>
            </a:extLst>
          </p:cNvPr>
          <p:cNvSpPr>
            <a:spLocks xmlns:a="http://schemas.openxmlformats.org/drawingml/2006/main" noGrp="1"/>
          </p:cNvSpPr>
          <p:nvPr/>
        </p:nvSpPr>
        <p:spPr>
          <a:xfrm xmlns:a="http://schemas.openxmlformats.org/drawingml/2006/main">
            <a:off x="1609725" y="4438650"/>
            <a:ext cx="914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0">
                <a:solidFill>
                  <a:srgbClr val="000000"/>
                </a:solidFill>
              </a:defRPr>
            </a:defPPr>
            <a:lvl1pPr algn="l">
              <a:buNone/>
              <a:defRPr sz="2400" b="0">
                <a:solidFill>
                  <a:srgbClr val="000000"/>
                </a:solidFill>
              </a:defRPr>
            </a:lvl1pPr>
            <a:lvl2pPr algn="l">
              <a:buNone/>
              <a:defRPr sz="2400" b="0">
                <a:solidFill>
                  <a:srgbClr val="000000"/>
                </a:solidFill>
              </a:defRPr>
            </a:lvl2pPr>
            <a:lvl3pPr algn="l">
              <a:buNone/>
              <a:defRPr sz="2400" b="0">
                <a:solidFill>
                  <a:srgbClr val="000000"/>
                </a:solidFill>
              </a:defRPr>
            </a:lvl3pPr>
            <a:lvl4pPr algn="l">
              <a:buNone/>
              <a:defRPr sz="2400" b="0">
                <a:solidFill>
                  <a:srgbClr val="000000"/>
                </a:solidFill>
              </a:defRPr>
            </a:lvl4pPr>
            <a:lvl5pPr algn="l">
              <a:buNone/>
              <a:defRPr sz="2400" b="0">
                <a:solidFill>
                  <a:srgbClr val="000000"/>
                </a:solidFill>
              </a:defRPr>
            </a:lvl5pPr>
            <a:lvl6pPr algn="l">
              <a:buNone/>
              <a:defRPr sz="2400" b="0">
                <a:solidFill>
                  <a:srgbClr val="000000"/>
                </a:solidFill>
              </a:defRPr>
            </a:lvl6pPr>
            <a:lvl7pPr algn="l">
              <a:buNone/>
              <a:defRPr sz="2400" b="0">
                <a:solidFill>
                  <a:srgbClr val="000000"/>
                </a:solidFill>
              </a:defRPr>
            </a:lvl7pPr>
            <a:lvl8pPr algn="l">
              <a:buNone/>
              <a:defRPr sz="2400" b="0">
                <a:solidFill>
                  <a:srgbClr val="000000"/>
                </a:solidFill>
              </a:defRPr>
            </a:lvl8pPr>
            <a:lvl9pPr algn="l">
              <a:buNone/>
              <a:defRPr sz="2400" b="0">
                <a:solidFill>
                  <a:srgbClr val="000000"/>
                </a:solidFill>
              </a:defRPr>
            </a:lvl9pPr>
          </a:lstStyle>
          <a:p xmlns:a="http://schemas.openxmlformats.org/drawingml/2006/main">
            <a:pPr algn="l">
              <a:buNone/>
              <a:defRPr sz="2400" b="0">
                <a:solidFill>
                  <a:srgbClr val="000000"/>
                </a:solidFill>
              </a:defRPr>
            </a:pPr>
            <a:r>
              <a:rPr sz="2400" b="0">
                <a:solidFill>
                  <a:srgbClr val="000000"/>
                </a:solidFill>
              </a:rPr>
              <a:t>Giảng viên giảng dạy: Phạm Quốc Hùng</a:t>
            </a:r>
          </a:p>
        </p:txBody>
      </p:sp>
      <p:sp>
        <p:nvSpPr>
          <p:cNvPr id="11" name="">
            <a:extLst xmlns:a="http://schemas.openxmlformats.org/drawingml/2006/main">
              <a:ext uri="{FF2B5EF4-FFF2-40B4-BE49-F238E27FC236}">
                <a16:creationId xmlns:a16="http://schemas.microsoft.com/office/drawing/2014/main" id="{EBA3087B-DDB5-48A7-ADF2-217EAC4B4624}"/>
              </a:ext>
            </a:extLst>
          </p:cNvPr>
          <p:cNvSpPr>
            <a:spLocks xmlns:a="http://schemas.openxmlformats.org/drawingml/2006/main" noGrp="1"/>
          </p:cNvSpPr>
          <p:nvPr/>
        </p:nvSpPr>
        <p:spPr>
          <a:xfrm xmlns:a="http://schemas.openxmlformats.org/drawingml/2006/main">
            <a:off x="1609725" y="5143500"/>
            <a:ext cx="914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000000"/>
                </a:solidFill>
              </a:defRPr>
            </a:defPPr>
            <a:lvl1pPr algn="l">
              <a:buNone/>
              <a:defRPr sz="2250" b="0">
                <a:solidFill>
                  <a:srgbClr val="000000"/>
                </a:solidFill>
              </a:defRPr>
            </a:lvl1pPr>
            <a:lvl2pPr algn="l">
              <a:buNone/>
              <a:defRPr sz="2250" b="0">
                <a:solidFill>
                  <a:srgbClr val="000000"/>
                </a:solidFill>
              </a:defRPr>
            </a:lvl2pPr>
            <a:lvl3pPr algn="l">
              <a:buNone/>
              <a:defRPr sz="2250" b="0">
                <a:solidFill>
                  <a:srgbClr val="000000"/>
                </a:solidFill>
              </a:defRPr>
            </a:lvl3pPr>
            <a:lvl4pPr algn="l">
              <a:buNone/>
              <a:defRPr sz="2250" b="0">
                <a:solidFill>
                  <a:srgbClr val="000000"/>
                </a:solidFill>
              </a:defRPr>
            </a:lvl4pPr>
            <a:lvl5pPr algn="l">
              <a:buNone/>
              <a:defRPr sz="2250" b="0">
                <a:solidFill>
                  <a:srgbClr val="000000"/>
                </a:solidFill>
              </a:defRPr>
            </a:lvl5pPr>
            <a:lvl6pPr algn="l">
              <a:buNone/>
              <a:defRPr sz="2250" b="0">
                <a:solidFill>
                  <a:srgbClr val="000000"/>
                </a:solidFill>
              </a:defRPr>
            </a:lvl6pPr>
            <a:lvl7pPr algn="l">
              <a:buNone/>
              <a:defRPr sz="2250" b="0">
                <a:solidFill>
                  <a:srgbClr val="000000"/>
                </a:solidFill>
              </a:defRPr>
            </a:lvl7pPr>
            <a:lvl8pPr algn="l">
              <a:buNone/>
              <a:defRPr sz="2250" b="0">
                <a:solidFill>
                  <a:srgbClr val="000000"/>
                </a:solidFill>
              </a:defRPr>
            </a:lvl8pPr>
            <a:lvl9pPr algn="l">
              <a:buNone/>
              <a:defRPr sz="2250" b="0">
                <a:solidFill>
                  <a:srgbClr val="000000"/>
                </a:solidFill>
              </a:defRPr>
            </a:lvl9pPr>
          </a:lstStyle>
          <a:p xmlns:a="http://schemas.openxmlformats.org/drawingml/2006/main">
            <a:pPr algn="l">
              <a:buNone/>
              <a:defRPr sz="2250" b="0">
                <a:solidFill>
                  <a:srgbClr val="000000"/>
                </a:solidFill>
              </a:defRPr>
            </a:pPr>
            <a:r>
              <a:rPr sz="2250" b="0">
                <a:solidFill>
                  <a:srgbClr val="000000"/>
                </a:solidFill>
              </a:rPr>
              <a:t>Phân loại theo trạng thái: sống, chín và hư</a:t>
            </a:r>
          </a:p>
        </p:txBody>
      </p:sp>
    </p:spTree>
    <p:extLst>
      <p:ext uri="{BB962C8B-B14F-4D97-AF65-F5344CB8AC3E}">
        <p14:creationId xmlns:p14="http://schemas.microsoft.com/office/powerpoint/2010/main" val="20527025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1. Giới thiệu dự án</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8ED8E0D4-488D-4C28-A4C2-C41F59B5F605}"/>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Băng tải đưa từng quả tắc qua camera.</a:t>
            </a:r>
          </a:p>
        </p:txBody>
      </p:sp>
      <p:sp>
        <p:nvSpPr>
          <p:cNvPr id="7" name="">
            <a:extLst xmlns:a="http://schemas.openxmlformats.org/drawingml/2006/main">
              <a:ext uri="{FF2B5EF4-FFF2-40B4-BE49-F238E27FC236}">
                <a16:creationId xmlns:a16="http://schemas.microsoft.com/office/drawing/2014/main" id="{F7E9CDDD-3E80-41EA-AE0F-7022A47FAD04}"/>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Mô hình nhận diện tắc sống, tắc chín và tắc hư.</a:t>
            </a:r>
          </a:p>
        </p:txBody>
      </p:sp>
      <p:sp>
        <p:nvSpPr>
          <p:cNvPr id="8" name="">
            <a:extLst xmlns:a="http://schemas.openxmlformats.org/drawingml/2006/main">
              <a:ext uri="{FF2B5EF4-FFF2-40B4-BE49-F238E27FC236}">
                <a16:creationId xmlns:a16="http://schemas.microsoft.com/office/drawing/2014/main" id="{97A83A5D-31C5-4702-B41C-55BA0641B214}"/>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Servo gạt quả vào hộp theo kết quả phân loại.</a:t>
            </a:r>
          </a:p>
        </p:txBody>
      </p:sp>
      <p:sp>
        <p:nvSpPr>
          <p:cNvPr id="9" name="">
            <a:extLst xmlns:a="http://schemas.openxmlformats.org/drawingml/2006/main">
              <a:ext uri="{FF2B5EF4-FFF2-40B4-BE49-F238E27FC236}">
                <a16:creationId xmlns:a16="http://schemas.microsoft.com/office/drawing/2014/main" id="{CF42F678-9F00-41DC-B989-C3D6D4C185D5}"/>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Mục tiêu: giảm phân loại thủ công, thống kê theo ngày.</a:t>
            </a:r>
          </a:p>
        </p:txBody>
      </p:sp>
    </p:spTree>
    <p:extLst>
      <p:ext uri="{BB962C8B-B14F-4D97-AF65-F5344CB8AC3E}">
        <p14:creationId xmlns:p14="http://schemas.microsoft.com/office/powerpoint/2010/main" val="38225809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2. Các phần chính của hệ thống</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5E65BD27-4DAD-4493-914E-A88B0BE47360}"/>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Raspberry Pi 5: xử lý ảnh bằng mô hình YOLOv26.</a:t>
            </a:r>
          </a:p>
        </p:txBody>
      </p:sp>
      <p:sp>
        <p:nvSpPr>
          <p:cNvPr id="7" name="">
            <a:extLst xmlns:a="http://schemas.openxmlformats.org/drawingml/2006/main">
              <a:ext uri="{FF2B5EF4-FFF2-40B4-BE49-F238E27FC236}">
                <a16:creationId xmlns:a16="http://schemas.microsoft.com/office/drawing/2014/main" id="{F8D1F73D-4252-40A3-A19A-EA92968580D3}"/>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STM32: nhận kết quả từ Pi 5 qua UART và CP2102.</a:t>
            </a:r>
          </a:p>
        </p:txBody>
      </p:sp>
      <p:sp>
        <p:nvSpPr>
          <p:cNvPr id="8" name="">
            <a:extLst xmlns:a="http://schemas.openxmlformats.org/drawingml/2006/main">
              <a:ext uri="{FF2B5EF4-FFF2-40B4-BE49-F238E27FC236}">
                <a16:creationId xmlns:a16="http://schemas.microsoft.com/office/drawing/2014/main" id="{970B36AE-3045-466B-B7FE-DF2CF032307A}"/>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2 cảm biến E3F-DS30C4 và 2 servo MG90S: gạt đúng vị trí.</a:t>
            </a:r>
          </a:p>
        </p:txBody>
      </p:sp>
      <p:sp>
        <p:nvSpPr>
          <p:cNvPr id="9" name="">
            <a:extLst xmlns:a="http://schemas.openxmlformats.org/drawingml/2006/main">
              <a:ext uri="{FF2B5EF4-FFF2-40B4-BE49-F238E27FC236}">
                <a16:creationId xmlns:a16="http://schemas.microsoft.com/office/drawing/2014/main" id="{ACB512D5-0835-44BB-BB35-B67AE32CC8FD}"/>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BTS7960 điều khiển động cơ băng tải JGB37 545.</a:t>
            </a:r>
          </a:p>
        </p:txBody>
      </p:sp>
    </p:spTree>
    <p:extLst>
      <p:ext uri="{BB962C8B-B14F-4D97-AF65-F5344CB8AC3E}">
        <p14:creationId xmlns:p14="http://schemas.microsoft.com/office/powerpoint/2010/main" val="38225809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3. Cách hệ thống hoạt động</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9307478A-3A89-44E8-B0CA-FB600EDCDEE2}"/>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1. Camera ghi hình quả tắc trên băng tải.</a:t>
            </a:r>
          </a:p>
        </p:txBody>
      </p:sp>
      <p:sp>
        <p:nvSpPr>
          <p:cNvPr id="7" name="">
            <a:extLst xmlns:a="http://schemas.openxmlformats.org/drawingml/2006/main">
              <a:ext uri="{FF2B5EF4-FFF2-40B4-BE49-F238E27FC236}">
                <a16:creationId xmlns:a16="http://schemas.microsoft.com/office/drawing/2014/main" id="{02B3C600-41A4-4390-8AF8-7EC7F9B234C4}"/>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2. Pi 5 phân loại khi quả đi đến vùng gửi kết quả.</a:t>
            </a:r>
          </a:p>
        </p:txBody>
      </p:sp>
      <p:sp>
        <p:nvSpPr>
          <p:cNvPr id="8" name="">
            <a:extLst xmlns:a="http://schemas.openxmlformats.org/drawingml/2006/main">
              <a:ext uri="{FF2B5EF4-FFF2-40B4-BE49-F238E27FC236}">
                <a16:creationId xmlns:a16="http://schemas.microsoft.com/office/drawing/2014/main" id="{9C3A481F-E151-4D45-B072-C33C88E98684}"/>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3. STM32 nhận lệnh, chờ cảm biến báo quả đến vị trí gạt.</a:t>
            </a:r>
          </a:p>
        </p:txBody>
      </p:sp>
      <p:sp>
        <p:nvSpPr>
          <p:cNvPr id="9" name="">
            <a:extLst xmlns:a="http://schemas.openxmlformats.org/drawingml/2006/main">
              <a:ext uri="{FF2B5EF4-FFF2-40B4-BE49-F238E27FC236}">
                <a16:creationId xmlns:a16="http://schemas.microsoft.com/office/drawing/2014/main" id="{1C5EC56A-FF13-4FA9-87D6-63CBC1E08B34}"/>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4. Quả đạt chuẩn đi thẳng. Quả cần tách được servo gạt.</a:t>
            </a:r>
          </a:p>
        </p:txBody>
      </p:sp>
    </p:spTree>
    <p:extLst>
      <p:ext uri="{BB962C8B-B14F-4D97-AF65-F5344CB8AC3E}">
        <p14:creationId xmlns:p14="http://schemas.microsoft.com/office/powerpoint/2010/main" val="38225809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4. Tiến độ hiện tại</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90262C9D-2EBB-4819-B9F9-FFC10F919DF9}"/>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Đang thực hiện: thu thập và bổ sung ảnh quả tắc.</a:t>
            </a:r>
          </a:p>
        </p:txBody>
      </p:sp>
      <p:sp>
        <p:nvSpPr>
          <p:cNvPr id="7" name="">
            <a:extLst xmlns:a="http://schemas.openxmlformats.org/drawingml/2006/main">
              <a:ext uri="{FF2B5EF4-FFF2-40B4-BE49-F238E27FC236}">
                <a16:creationId xmlns:a16="http://schemas.microsoft.com/office/drawing/2014/main" id="{AE3E7D57-4090-4C18-A23D-565AD3FAC3D3}"/>
              </a:ext>
            </a:extLst>
          </p:cNvPr>
          <p:cNvSpPr>
            <a:spLocks xmlns:a="http://schemas.openxmlformats.org/drawingml/2006/main" noGrp="1"/>
          </p:cNvSpPr>
          <p:nvPr/>
        </p:nvSpPr>
        <p:spPr>
          <a:xfrm xmlns:a="http://schemas.openxmlformats.org/drawingml/2006/main">
            <a:off x="723900" y="30099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Đã fine-tune YOLOv26, nhưng nhận diện tắc chín còn hạn chế do chênh lệch dữ liệu.</a:t>
            </a:r>
          </a:p>
        </p:txBody>
      </p:sp>
      <p:sp>
        <p:nvSpPr>
          <p:cNvPr id="8" name="">
            <a:extLst xmlns:a="http://schemas.openxmlformats.org/drawingml/2006/main">
              <a:ext uri="{FF2B5EF4-FFF2-40B4-BE49-F238E27FC236}">
                <a16:creationId xmlns:a16="http://schemas.microsoft.com/office/drawing/2014/main" id="{8CB7CB23-9E46-40FB-BD59-D5E57F1B96A5}"/>
              </a:ext>
            </a:extLst>
          </p:cNvPr>
          <p:cNvSpPr>
            <a:spLocks xmlns:a="http://schemas.openxmlformats.org/drawingml/2006/main" noGrp="1"/>
          </p:cNvSpPr>
          <p:nvPr/>
        </p:nvSpPr>
        <p:spPr>
          <a:xfrm xmlns:a="http://schemas.openxmlformats.org/drawingml/2006/main">
            <a:off x="723900" y="39624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Khắc phục: bổ sung ảnh tắc chín, cân bằng dữ liệu và huấn luyện lại.</a:t>
            </a:r>
          </a:p>
        </p:txBody>
      </p:sp>
      <p:sp>
        <p:nvSpPr>
          <p:cNvPr id="9" name="">
            <a:extLst xmlns:a="http://schemas.openxmlformats.org/drawingml/2006/main">
              <a:ext uri="{FF2B5EF4-FFF2-40B4-BE49-F238E27FC236}">
                <a16:creationId xmlns:a16="http://schemas.microsoft.com/office/drawing/2014/main" id="{5ECFE030-5921-49A0-B5D9-A5C51E6A9C4F}"/>
              </a:ext>
            </a:extLst>
          </p:cNvPr>
          <p:cNvSpPr>
            <a:spLocks xmlns:a="http://schemas.openxmlformats.org/drawingml/2006/main" noGrp="1"/>
          </p:cNvSpPr>
          <p:nvPr/>
        </p:nvSpPr>
        <p:spPr>
          <a:xfrm xmlns:a="http://schemas.openxmlformats.org/drawingml/2006/main">
            <a:off x="723900" y="49911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Bước tiếp theo: lập trình logic và firmware cho hệ thống.</a:t>
            </a:r>
          </a:p>
        </p:txBody>
      </p:sp>
    </p:spTree>
    <p:extLst>
      <p:ext uri="{BB962C8B-B14F-4D97-AF65-F5344CB8AC3E}">
        <p14:creationId xmlns:p14="http://schemas.microsoft.com/office/powerpoint/2010/main" val="38225809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5. Công việc với dữ liệu</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4A6924FF-26E7-49F6-A7CF-37D40AFD9EB5}"/>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Tiếp tục thu ảnh cho đủ 3 nhóm: sống, chín và hư.</a:t>
            </a:r>
          </a:p>
        </p:txBody>
      </p:sp>
      <p:sp>
        <p:nvSpPr>
          <p:cNvPr id="7" name="">
            <a:extLst xmlns:a="http://schemas.openxmlformats.org/drawingml/2006/main">
              <a:ext uri="{FF2B5EF4-FFF2-40B4-BE49-F238E27FC236}">
                <a16:creationId xmlns:a16="http://schemas.microsoft.com/office/drawing/2014/main" id="{CF21BD5C-32D3-44B7-9168-7E3B69542921}"/>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Bổ sung ảnh ở nhiều góc nhìn và điều kiện ánh sáng.</a:t>
            </a:r>
          </a:p>
        </p:txBody>
      </p:sp>
      <p:sp>
        <p:nvSpPr>
          <p:cNvPr id="8" name="">
            <a:extLst xmlns:a="http://schemas.openxmlformats.org/drawingml/2006/main">
              <a:ext uri="{FF2B5EF4-FFF2-40B4-BE49-F238E27FC236}">
                <a16:creationId xmlns:a16="http://schemas.microsoft.com/office/drawing/2014/main" id="{4458FE16-1255-4112-83A4-135BE3C4E093}"/>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Rà soát nhãn, tách ảnh huấn luyện và ảnh kiểm tra.</a:t>
            </a:r>
          </a:p>
        </p:txBody>
      </p:sp>
      <p:sp>
        <p:nvSpPr>
          <p:cNvPr id="9" name="">
            <a:extLst xmlns:a="http://schemas.openxmlformats.org/drawingml/2006/main">
              <a:ext uri="{FF2B5EF4-FFF2-40B4-BE49-F238E27FC236}">
                <a16:creationId xmlns:a16="http://schemas.microsoft.com/office/drawing/2014/main" id="{F19C98B2-E089-4826-AA23-A43011F8899F}"/>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Theo dõi trường hợp nhầm giữa tắc chín và tắc hư.</a:t>
            </a:r>
          </a:p>
        </p:txBody>
      </p:sp>
    </p:spTree>
    <p:extLst>
      <p:ext uri="{BB962C8B-B14F-4D97-AF65-F5344CB8AC3E}">
        <p14:creationId xmlns:p14="http://schemas.microsoft.com/office/powerpoint/2010/main" val="38225809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6. Ví dụ nhận diện tắc sống</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pic>
        <p:nvPicPr>
          <p:cNvPr id="6" name="">
            <a:extLst xmlns:a="http://schemas.openxmlformats.org/drawingml/2006/main">
              <a:ext uri="{FF2B5EF4-FFF2-40B4-BE49-F238E27FC236}">
                <a16:creationId xmlns:a16="http://schemas.microsoft.com/office/drawing/2014/main" id="{DD443C3B-EB6C-4EF5-8013-F99A33073E01}"/>
              </a:ext>
            </a:extLst>
          </p:cNvPr>
          <p:cNvPicPr>
            <a:picLocks xmlns:a="http://schemas.openxmlformats.org/drawingml/2006/main" noChangeAspect="1"/>
          </p:cNvPicPr>
          <p:nvPr/>
        </p:nvPicPr>
        <p:blipFill>
          <a:blip xmlns:r="http://schemas.openxmlformats.org/officeDocument/2006/relationships" xmlns:a="http://schemas.openxmlformats.org/drawingml/2006/main" r:embed="R0534a77dc6d0458f"/>
          <a:stretch xmlns:a="http://schemas.openxmlformats.org/drawingml/2006/main"/>
        </p:blipFill>
        <p:spPr>
          <a:xfrm xmlns:a="http://schemas.openxmlformats.org/drawingml/2006/main">
            <a:off x="685800" y="2303905"/>
            <a:ext cx="3429000" cy="2364489"/>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6D8D4B6-AE01-460C-8D6A-D39FB9E04337}"/>
              </a:ext>
            </a:extLst>
          </p:cNvPr>
          <p:cNvPicPr>
            <a:picLocks xmlns:a="http://schemas.openxmlformats.org/drawingml/2006/main" noChangeAspect="1"/>
          </p:cNvPicPr>
          <p:nvPr/>
        </p:nvPicPr>
        <p:blipFill>
          <a:blip xmlns:r="http://schemas.openxmlformats.org/officeDocument/2006/relationships" xmlns:a="http://schemas.openxmlformats.org/drawingml/2006/main" r:embed="R1d01bf48ac994ed7"/>
          <a:stretch xmlns:a="http://schemas.openxmlformats.org/drawingml/2006/main"/>
        </p:blipFill>
        <p:spPr>
          <a:xfrm xmlns:a="http://schemas.openxmlformats.org/drawingml/2006/main">
            <a:off x="4381500" y="2213648"/>
            <a:ext cx="3429000" cy="254500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3014CE8-BA3F-4076-83DD-2D75B222E800}"/>
              </a:ext>
            </a:extLst>
          </p:cNvPr>
          <p:cNvPicPr>
            <a:picLocks xmlns:a="http://schemas.openxmlformats.org/drawingml/2006/main" noChangeAspect="1"/>
          </p:cNvPicPr>
          <p:nvPr/>
        </p:nvPicPr>
        <p:blipFill>
          <a:blip xmlns:r="http://schemas.openxmlformats.org/officeDocument/2006/relationships" xmlns:a="http://schemas.openxmlformats.org/drawingml/2006/main" r:embed="R80e82dccbcce43bd"/>
          <a:stretch xmlns:a="http://schemas.openxmlformats.org/drawingml/2006/main"/>
        </p:blipFill>
        <p:spPr>
          <a:xfrm xmlns:a="http://schemas.openxmlformats.org/drawingml/2006/main">
            <a:off x="8225051" y="2152650"/>
            <a:ext cx="3133299" cy="2667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49CFB48-688E-41B4-9904-D9E2D4865EEB}"/>
              </a:ext>
            </a:extLst>
          </p:cNvPr>
          <p:cNvSpPr>
            <a:spLocks xmlns:a="http://schemas.openxmlformats.org/drawingml/2006/main" noGrp="1"/>
          </p:cNvSpPr>
          <p:nvPr/>
        </p:nvSpPr>
        <p:spPr>
          <a:xfrm xmlns:a="http://schemas.openxmlformats.org/drawingml/2006/main">
            <a:off x="685800" y="49339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008357"/>
                </a:solidFill>
              </a:defRPr>
            </a:defPPr>
            <a:lvl1pPr algn="ctr">
              <a:buNone/>
              <a:defRPr sz="2100" b="1">
                <a:solidFill>
                  <a:srgbClr val="008357"/>
                </a:solidFill>
              </a:defRPr>
            </a:lvl1pPr>
            <a:lvl2pPr algn="ctr">
              <a:buNone/>
              <a:defRPr sz="2100" b="1">
                <a:solidFill>
                  <a:srgbClr val="008357"/>
                </a:solidFill>
              </a:defRPr>
            </a:lvl2pPr>
            <a:lvl3pPr algn="ctr">
              <a:buNone/>
              <a:defRPr sz="2100" b="1">
                <a:solidFill>
                  <a:srgbClr val="008357"/>
                </a:solidFill>
              </a:defRPr>
            </a:lvl3pPr>
            <a:lvl4pPr algn="ctr">
              <a:buNone/>
              <a:defRPr sz="2100" b="1">
                <a:solidFill>
                  <a:srgbClr val="008357"/>
                </a:solidFill>
              </a:defRPr>
            </a:lvl4pPr>
            <a:lvl5pPr algn="ctr">
              <a:buNone/>
              <a:defRPr sz="2100" b="1">
                <a:solidFill>
                  <a:srgbClr val="008357"/>
                </a:solidFill>
              </a:defRPr>
            </a:lvl5pPr>
            <a:lvl6pPr algn="ctr">
              <a:buNone/>
              <a:defRPr sz="2100" b="1">
                <a:solidFill>
                  <a:srgbClr val="008357"/>
                </a:solidFill>
              </a:defRPr>
            </a:lvl6pPr>
            <a:lvl7pPr algn="ctr">
              <a:buNone/>
              <a:defRPr sz="2100" b="1">
                <a:solidFill>
                  <a:srgbClr val="008357"/>
                </a:solidFill>
              </a:defRPr>
            </a:lvl7pPr>
            <a:lvl8pPr algn="ctr">
              <a:buNone/>
              <a:defRPr sz="2100" b="1">
                <a:solidFill>
                  <a:srgbClr val="008357"/>
                </a:solidFill>
              </a:defRPr>
            </a:lvl8pPr>
            <a:lvl9pPr algn="ctr">
              <a:buNone/>
              <a:defRPr sz="2100" b="1">
                <a:solidFill>
                  <a:srgbClr val="008357"/>
                </a:solidFill>
              </a:defRPr>
            </a:lvl9pPr>
          </a:lstStyle>
          <a:p xmlns:a="http://schemas.openxmlformats.org/drawingml/2006/main">
            <a:pPr algn="ctr">
              <a:buNone/>
              <a:defRPr sz="2100" b="1">
                <a:solidFill>
                  <a:srgbClr val="008357"/>
                </a:solidFill>
              </a:defRPr>
            </a:pPr>
            <a:r>
              <a:rPr sz="2100" b="1">
                <a:solidFill>
                  <a:srgbClr val="008357"/>
                </a:solidFill>
              </a:rPr>
              <a:t>green 96%</a:t>
            </a:r>
          </a:p>
        </p:txBody>
      </p:sp>
      <p:sp>
        <p:nvSpPr>
          <p:cNvPr id="10" name="">
            <a:extLst xmlns:a="http://schemas.openxmlformats.org/drawingml/2006/main">
              <a:ext uri="{FF2B5EF4-FFF2-40B4-BE49-F238E27FC236}">
                <a16:creationId xmlns:a16="http://schemas.microsoft.com/office/drawing/2014/main" id="{12F2F39D-D331-4F4F-B056-9E4E48EF3478}"/>
              </a:ext>
            </a:extLst>
          </p:cNvPr>
          <p:cNvSpPr>
            <a:spLocks xmlns:a="http://schemas.openxmlformats.org/drawingml/2006/main" noGrp="1"/>
          </p:cNvSpPr>
          <p:nvPr/>
        </p:nvSpPr>
        <p:spPr>
          <a:xfrm xmlns:a="http://schemas.openxmlformats.org/drawingml/2006/main">
            <a:off x="4381500" y="49339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008357"/>
                </a:solidFill>
              </a:defRPr>
            </a:defPPr>
            <a:lvl1pPr algn="ctr">
              <a:buNone/>
              <a:defRPr sz="2100" b="1">
                <a:solidFill>
                  <a:srgbClr val="008357"/>
                </a:solidFill>
              </a:defRPr>
            </a:lvl1pPr>
            <a:lvl2pPr algn="ctr">
              <a:buNone/>
              <a:defRPr sz="2100" b="1">
                <a:solidFill>
                  <a:srgbClr val="008357"/>
                </a:solidFill>
              </a:defRPr>
            </a:lvl2pPr>
            <a:lvl3pPr algn="ctr">
              <a:buNone/>
              <a:defRPr sz="2100" b="1">
                <a:solidFill>
                  <a:srgbClr val="008357"/>
                </a:solidFill>
              </a:defRPr>
            </a:lvl3pPr>
            <a:lvl4pPr algn="ctr">
              <a:buNone/>
              <a:defRPr sz="2100" b="1">
                <a:solidFill>
                  <a:srgbClr val="008357"/>
                </a:solidFill>
              </a:defRPr>
            </a:lvl4pPr>
            <a:lvl5pPr algn="ctr">
              <a:buNone/>
              <a:defRPr sz="2100" b="1">
                <a:solidFill>
                  <a:srgbClr val="008357"/>
                </a:solidFill>
              </a:defRPr>
            </a:lvl5pPr>
            <a:lvl6pPr algn="ctr">
              <a:buNone/>
              <a:defRPr sz="2100" b="1">
                <a:solidFill>
                  <a:srgbClr val="008357"/>
                </a:solidFill>
              </a:defRPr>
            </a:lvl6pPr>
            <a:lvl7pPr algn="ctr">
              <a:buNone/>
              <a:defRPr sz="2100" b="1">
                <a:solidFill>
                  <a:srgbClr val="008357"/>
                </a:solidFill>
              </a:defRPr>
            </a:lvl7pPr>
            <a:lvl8pPr algn="ctr">
              <a:buNone/>
              <a:defRPr sz="2100" b="1">
                <a:solidFill>
                  <a:srgbClr val="008357"/>
                </a:solidFill>
              </a:defRPr>
            </a:lvl8pPr>
            <a:lvl9pPr algn="ctr">
              <a:buNone/>
              <a:defRPr sz="2100" b="1">
                <a:solidFill>
                  <a:srgbClr val="008357"/>
                </a:solidFill>
              </a:defRPr>
            </a:lvl9pPr>
          </a:lstStyle>
          <a:p xmlns:a="http://schemas.openxmlformats.org/drawingml/2006/main">
            <a:pPr algn="ctr">
              <a:buNone/>
              <a:defRPr sz="2100" b="1">
                <a:solidFill>
                  <a:srgbClr val="008357"/>
                </a:solidFill>
              </a:defRPr>
            </a:pPr>
            <a:r>
              <a:rPr sz="2100" b="1">
                <a:solidFill>
                  <a:srgbClr val="008357"/>
                </a:solidFill>
              </a:rPr>
              <a:t>green 98%</a:t>
            </a:r>
          </a:p>
        </p:txBody>
      </p:sp>
      <p:sp>
        <p:nvSpPr>
          <p:cNvPr id="11" name="">
            <a:extLst xmlns:a="http://schemas.openxmlformats.org/drawingml/2006/main">
              <a:ext uri="{FF2B5EF4-FFF2-40B4-BE49-F238E27FC236}">
                <a16:creationId xmlns:a16="http://schemas.microsoft.com/office/drawing/2014/main" id="{4112534D-3717-4D4F-96E3-51C9F679BBBB}"/>
              </a:ext>
            </a:extLst>
          </p:cNvPr>
          <p:cNvSpPr>
            <a:spLocks xmlns:a="http://schemas.openxmlformats.org/drawingml/2006/main" noGrp="1"/>
          </p:cNvSpPr>
          <p:nvPr/>
        </p:nvSpPr>
        <p:spPr>
          <a:xfrm xmlns:a="http://schemas.openxmlformats.org/drawingml/2006/main">
            <a:off x="8077200" y="49339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008357"/>
                </a:solidFill>
              </a:defRPr>
            </a:defPPr>
            <a:lvl1pPr algn="ctr">
              <a:buNone/>
              <a:defRPr sz="2100" b="1">
                <a:solidFill>
                  <a:srgbClr val="008357"/>
                </a:solidFill>
              </a:defRPr>
            </a:lvl1pPr>
            <a:lvl2pPr algn="ctr">
              <a:buNone/>
              <a:defRPr sz="2100" b="1">
                <a:solidFill>
                  <a:srgbClr val="008357"/>
                </a:solidFill>
              </a:defRPr>
            </a:lvl2pPr>
            <a:lvl3pPr algn="ctr">
              <a:buNone/>
              <a:defRPr sz="2100" b="1">
                <a:solidFill>
                  <a:srgbClr val="008357"/>
                </a:solidFill>
              </a:defRPr>
            </a:lvl3pPr>
            <a:lvl4pPr algn="ctr">
              <a:buNone/>
              <a:defRPr sz="2100" b="1">
                <a:solidFill>
                  <a:srgbClr val="008357"/>
                </a:solidFill>
              </a:defRPr>
            </a:lvl4pPr>
            <a:lvl5pPr algn="ctr">
              <a:buNone/>
              <a:defRPr sz="2100" b="1">
                <a:solidFill>
                  <a:srgbClr val="008357"/>
                </a:solidFill>
              </a:defRPr>
            </a:lvl5pPr>
            <a:lvl6pPr algn="ctr">
              <a:buNone/>
              <a:defRPr sz="2100" b="1">
                <a:solidFill>
                  <a:srgbClr val="008357"/>
                </a:solidFill>
              </a:defRPr>
            </a:lvl6pPr>
            <a:lvl7pPr algn="ctr">
              <a:buNone/>
              <a:defRPr sz="2100" b="1">
                <a:solidFill>
                  <a:srgbClr val="008357"/>
                </a:solidFill>
              </a:defRPr>
            </a:lvl7pPr>
            <a:lvl8pPr algn="ctr">
              <a:buNone/>
              <a:defRPr sz="2100" b="1">
                <a:solidFill>
                  <a:srgbClr val="008357"/>
                </a:solidFill>
              </a:defRPr>
            </a:lvl8pPr>
            <a:lvl9pPr algn="ctr">
              <a:buNone/>
              <a:defRPr sz="2100" b="1">
                <a:solidFill>
                  <a:srgbClr val="008357"/>
                </a:solidFill>
              </a:defRPr>
            </a:lvl9pPr>
          </a:lstStyle>
          <a:p xmlns:a="http://schemas.openxmlformats.org/drawingml/2006/main">
            <a:pPr algn="ctr">
              <a:buNone/>
              <a:defRPr sz="2100" b="1">
                <a:solidFill>
                  <a:srgbClr val="008357"/>
                </a:solidFill>
              </a:defRPr>
            </a:pPr>
            <a:r>
              <a:rPr sz="2100" b="1">
                <a:solidFill>
                  <a:srgbClr val="008357"/>
                </a:solidFill>
              </a:rPr>
              <a:t>green 90%</a:t>
            </a:r>
          </a:p>
        </p:txBody>
      </p:sp>
      <p:sp>
        <p:nvSpPr>
          <p:cNvPr id="12" name="">
            <a:extLst xmlns:a="http://schemas.openxmlformats.org/drawingml/2006/main">
              <a:ext uri="{FF2B5EF4-FFF2-40B4-BE49-F238E27FC236}">
                <a16:creationId xmlns:a16="http://schemas.microsoft.com/office/drawing/2014/main" id="{426C17E0-26D1-4A1F-9D02-0CEF2361242A}"/>
              </a:ext>
            </a:extLst>
          </p:cNvPr>
          <p:cNvSpPr>
            <a:spLocks xmlns:a="http://schemas.openxmlformats.org/drawingml/2006/main" noGrp="1"/>
          </p:cNvSpPr>
          <p:nvPr/>
        </p:nvSpPr>
        <p:spPr>
          <a:xfrm xmlns:a="http://schemas.openxmlformats.org/drawingml/2006/main">
            <a:off x="723900" y="55435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000000"/>
                </a:solidFill>
              </a:defRPr>
            </a:defPPr>
            <a:lvl1pPr algn="l">
              <a:buNone/>
              <a:defRPr sz="2250" b="0">
                <a:solidFill>
                  <a:srgbClr val="000000"/>
                </a:solidFill>
              </a:defRPr>
            </a:lvl1pPr>
            <a:lvl2pPr algn="l">
              <a:buNone/>
              <a:defRPr sz="2250" b="0">
                <a:solidFill>
                  <a:srgbClr val="000000"/>
                </a:solidFill>
              </a:defRPr>
            </a:lvl2pPr>
            <a:lvl3pPr algn="l">
              <a:buNone/>
              <a:defRPr sz="2250" b="0">
                <a:solidFill>
                  <a:srgbClr val="000000"/>
                </a:solidFill>
              </a:defRPr>
            </a:lvl3pPr>
            <a:lvl4pPr algn="l">
              <a:buNone/>
              <a:defRPr sz="2250" b="0">
                <a:solidFill>
                  <a:srgbClr val="000000"/>
                </a:solidFill>
              </a:defRPr>
            </a:lvl4pPr>
            <a:lvl5pPr algn="l">
              <a:buNone/>
              <a:defRPr sz="2250" b="0">
                <a:solidFill>
                  <a:srgbClr val="000000"/>
                </a:solidFill>
              </a:defRPr>
            </a:lvl5pPr>
            <a:lvl6pPr algn="l">
              <a:buNone/>
              <a:defRPr sz="2250" b="0">
                <a:solidFill>
                  <a:srgbClr val="000000"/>
                </a:solidFill>
              </a:defRPr>
            </a:lvl6pPr>
            <a:lvl7pPr algn="l">
              <a:buNone/>
              <a:defRPr sz="2250" b="0">
                <a:solidFill>
                  <a:srgbClr val="000000"/>
                </a:solidFill>
              </a:defRPr>
            </a:lvl7pPr>
            <a:lvl8pPr algn="l">
              <a:buNone/>
              <a:defRPr sz="2250" b="0">
                <a:solidFill>
                  <a:srgbClr val="000000"/>
                </a:solidFill>
              </a:defRPr>
            </a:lvl8pPr>
            <a:lvl9pPr algn="l">
              <a:buNone/>
              <a:defRPr sz="2250" b="0">
                <a:solidFill>
                  <a:srgbClr val="000000"/>
                </a:solidFill>
              </a:defRPr>
            </a:lvl9pPr>
          </a:lstStyle>
          <a:p xmlns:a="http://schemas.openxmlformats.org/drawingml/2006/main">
            <a:pPr algn="l">
              <a:buNone/>
              <a:defRPr sz="2250" b="0">
                <a:solidFill>
                  <a:srgbClr val="000000"/>
                </a:solidFill>
              </a:defRPr>
            </a:pPr>
            <a:r>
              <a:rPr sz="2250" b="0">
                <a:solidFill>
                  <a:srgbClr val="000000"/>
                </a:solidFill>
              </a:rPr>
              <a:t>Các ảnh thử cho thấy mô hình đã nhận diện được tắc sống.</a:t>
            </a:r>
          </a:p>
        </p:txBody>
      </p:sp>
    </p:spTree>
    <p:extLst>
      <p:ext uri="{BB962C8B-B14F-4D97-AF65-F5344CB8AC3E}">
        <p14:creationId xmlns:p14="http://schemas.microsoft.com/office/powerpoint/2010/main" val="38225809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7. Ví dụ nhận diện tắc hư</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pic>
        <p:nvPicPr>
          <p:cNvPr id="6" name="">
            <a:extLst xmlns:a="http://schemas.openxmlformats.org/drawingml/2006/main">
              <a:ext uri="{FF2B5EF4-FFF2-40B4-BE49-F238E27FC236}">
                <a16:creationId xmlns:a16="http://schemas.microsoft.com/office/drawing/2014/main" id="{AF6C38B2-3E65-45B5-8C33-682AA6255507}"/>
              </a:ext>
            </a:extLst>
          </p:cNvPr>
          <p:cNvPicPr>
            <a:picLocks xmlns:a="http://schemas.openxmlformats.org/drawingml/2006/main" noChangeAspect="1"/>
          </p:cNvPicPr>
          <p:nvPr/>
        </p:nvPicPr>
        <p:blipFill>
          <a:blip xmlns:r="http://schemas.openxmlformats.org/officeDocument/2006/relationships" xmlns:a="http://schemas.openxmlformats.org/drawingml/2006/main" r:embed="R04e05bc7b19c4b4f"/>
          <a:stretch xmlns:a="http://schemas.openxmlformats.org/drawingml/2006/main"/>
        </p:blipFill>
        <p:spPr>
          <a:xfrm xmlns:a="http://schemas.openxmlformats.org/drawingml/2006/main">
            <a:off x="1109242" y="2095500"/>
            <a:ext cx="4325191" cy="31242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A793FA1-9218-4343-A1C5-DE06F81AEF16}"/>
              </a:ext>
            </a:extLst>
          </p:cNvPr>
          <p:cNvPicPr>
            <a:picLocks xmlns:a="http://schemas.openxmlformats.org/drawingml/2006/main" noChangeAspect="1"/>
          </p:cNvPicPr>
          <p:nvPr/>
        </p:nvPicPr>
        <p:blipFill>
          <a:blip xmlns:r="http://schemas.openxmlformats.org/officeDocument/2006/relationships" xmlns:a="http://schemas.openxmlformats.org/drawingml/2006/main" r:embed="R30d66b6cbd54406c"/>
          <a:stretch xmlns:a="http://schemas.openxmlformats.org/drawingml/2006/main"/>
        </p:blipFill>
        <p:spPr>
          <a:xfrm xmlns:a="http://schemas.openxmlformats.org/drawingml/2006/main">
            <a:off x="6406454" y="2095500"/>
            <a:ext cx="4894067" cy="3124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C309770-DDD6-4730-93A1-0F9BC3263584}"/>
              </a:ext>
            </a:extLst>
          </p:cNvPr>
          <p:cNvSpPr>
            <a:spLocks xmlns:a="http://schemas.openxmlformats.org/drawingml/2006/main" noGrp="1"/>
          </p:cNvSpPr>
          <p:nvPr/>
        </p:nvSpPr>
        <p:spPr>
          <a:xfrm xmlns:a="http://schemas.openxmlformats.org/drawingml/2006/main">
            <a:off x="723900" y="52578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B02A24"/>
                </a:solidFill>
              </a:defRPr>
            </a:defPPr>
            <a:lvl1pPr algn="ctr">
              <a:buNone/>
              <a:defRPr sz="2100" b="1">
                <a:solidFill>
                  <a:srgbClr val="B02A24"/>
                </a:solidFill>
              </a:defRPr>
            </a:lvl1pPr>
            <a:lvl2pPr algn="ctr">
              <a:buNone/>
              <a:defRPr sz="2100" b="1">
                <a:solidFill>
                  <a:srgbClr val="B02A24"/>
                </a:solidFill>
              </a:defRPr>
            </a:lvl2pPr>
            <a:lvl3pPr algn="ctr">
              <a:buNone/>
              <a:defRPr sz="2100" b="1">
                <a:solidFill>
                  <a:srgbClr val="B02A24"/>
                </a:solidFill>
              </a:defRPr>
            </a:lvl3pPr>
            <a:lvl4pPr algn="ctr">
              <a:buNone/>
              <a:defRPr sz="2100" b="1">
                <a:solidFill>
                  <a:srgbClr val="B02A24"/>
                </a:solidFill>
              </a:defRPr>
            </a:lvl4pPr>
            <a:lvl5pPr algn="ctr">
              <a:buNone/>
              <a:defRPr sz="2100" b="1">
                <a:solidFill>
                  <a:srgbClr val="B02A24"/>
                </a:solidFill>
              </a:defRPr>
            </a:lvl5pPr>
            <a:lvl6pPr algn="ctr">
              <a:buNone/>
              <a:defRPr sz="2100" b="1">
                <a:solidFill>
                  <a:srgbClr val="B02A24"/>
                </a:solidFill>
              </a:defRPr>
            </a:lvl6pPr>
            <a:lvl7pPr algn="ctr">
              <a:buNone/>
              <a:defRPr sz="2100" b="1">
                <a:solidFill>
                  <a:srgbClr val="B02A24"/>
                </a:solidFill>
              </a:defRPr>
            </a:lvl7pPr>
            <a:lvl8pPr algn="ctr">
              <a:buNone/>
              <a:defRPr sz="2100" b="1">
                <a:solidFill>
                  <a:srgbClr val="B02A24"/>
                </a:solidFill>
              </a:defRPr>
            </a:lvl8pPr>
            <a:lvl9pPr algn="ctr">
              <a:buNone/>
              <a:defRPr sz="2100" b="1">
                <a:solidFill>
                  <a:srgbClr val="B02A24"/>
                </a:solidFill>
              </a:defRPr>
            </a:lvl9pPr>
          </a:lstStyle>
          <a:p xmlns:a="http://schemas.openxmlformats.org/drawingml/2006/main">
            <a:pPr algn="ctr">
              <a:buNone/>
              <a:defRPr sz="2100" b="1">
                <a:solidFill>
                  <a:srgbClr val="B02A24"/>
                </a:solidFill>
              </a:defRPr>
            </a:pPr>
            <a:r>
              <a:rPr sz="2100" b="1">
                <a:solidFill>
                  <a:srgbClr val="B02A24"/>
                </a:solidFill>
              </a:rPr>
              <a:t>damaged 80%</a:t>
            </a:r>
          </a:p>
        </p:txBody>
      </p:sp>
      <p:sp>
        <p:nvSpPr>
          <p:cNvPr id="9" name="">
            <a:extLst xmlns:a="http://schemas.openxmlformats.org/drawingml/2006/main">
              <a:ext uri="{FF2B5EF4-FFF2-40B4-BE49-F238E27FC236}">
                <a16:creationId xmlns:a16="http://schemas.microsoft.com/office/drawing/2014/main" id="{A34F38E4-A572-4127-A889-548A93089564}"/>
              </a:ext>
            </a:extLst>
          </p:cNvPr>
          <p:cNvSpPr>
            <a:spLocks xmlns:a="http://schemas.openxmlformats.org/drawingml/2006/main" noGrp="1"/>
          </p:cNvSpPr>
          <p:nvPr/>
        </p:nvSpPr>
        <p:spPr>
          <a:xfrm xmlns:a="http://schemas.openxmlformats.org/drawingml/2006/main">
            <a:off x="6305550" y="52578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B02A24"/>
                </a:solidFill>
              </a:defRPr>
            </a:defPPr>
            <a:lvl1pPr algn="ctr">
              <a:buNone/>
              <a:defRPr sz="2100" b="1">
                <a:solidFill>
                  <a:srgbClr val="B02A24"/>
                </a:solidFill>
              </a:defRPr>
            </a:lvl1pPr>
            <a:lvl2pPr algn="ctr">
              <a:buNone/>
              <a:defRPr sz="2100" b="1">
                <a:solidFill>
                  <a:srgbClr val="B02A24"/>
                </a:solidFill>
              </a:defRPr>
            </a:lvl2pPr>
            <a:lvl3pPr algn="ctr">
              <a:buNone/>
              <a:defRPr sz="2100" b="1">
                <a:solidFill>
                  <a:srgbClr val="B02A24"/>
                </a:solidFill>
              </a:defRPr>
            </a:lvl3pPr>
            <a:lvl4pPr algn="ctr">
              <a:buNone/>
              <a:defRPr sz="2100" b="1">
                <a:solidFill>
                  <a:srgbClr val="B02A24"/>
                </a:solidFill>
              </a:defRPr>
            </a:lvl4pPr>
            <a:lvl5pPr algn="ctr">
              <a:buNone/>
              <a:defRPr sz="2100" b="1">
                <a:solidFill>
                  <a:srgbClr val="B02A24"/>
                </a:solidFill>
              </a:defRPr>
            </a:lvl5pPr>
            <a:lvl6pPr algn="ctr">
              <a:buNone/>
              <a:defRPr sz="2100" b="1">
                <a:solidFill>
                  <a:srgbClr val="B02A24"/>
                </a:solidFill>
              </a:defRPr>
            </a:lvl6pPr>
            <a:lvl7pPr algn="ctr">
              <a:buNone/>
              <a:defRPr sz="2100" b="1">
                <a:solidFill>
                  <a:srgbClr val="B02A24"/>
                </a:solidFill>
              </a:defRPr>
            </a:lvl7pPr>
            <a:lvl8pPr algn="ctr">
              <a:buNone/>
              <a:defRPr sz="2100" b="1">
                <a:solidFill>
                  <a:srgbClr val="B02A24"/>
                </a:solidFill>
              </a:defRPr>
            </a:lvl8pPr>
            <a:lvl9pPr algn="ctr">
              <a:buNone/>
              <a:defRPr sz="2100" b="1">
                <a:solidFill>
                  <a:srgbClr val="B02A24"/>
                </a:solidFill>
              </a:defRPr>
            </a:lvl9pPr>
          </a:lstStyle>
          <a:p xmlns:a="http://schemas.openxmlformats.org/drawingml/2006/main">
            <a:pPr algn="ctr">
              <a:buNone/>
              <a:defRPr sz="2100" b="1">
                <a:solidFill>
                  <a:srgbClr val="B02A24"/>
                </a:solidFill>
              </a:defRPr>
            </a:pPr>
            <a:r>
              <a:rPr sz="2100" b="1">
                <a:solidFill>
                  <a:srgbClr val="B02A24"/>
                </a:solidFill>
              </a:rPr>
              <a:t>damaged 94%</a:t>
            </a:r>
          </a:p>
        </p:txBody>
      </p:sp>
      <p:sp>
        <p:nvSpPr>
          <p:cNvPr id="10" name="">
            <a:extLst xmlns:a="http://schemas.openxmlformats.org/drawingml/2006/main">
              <a:ext uri="{FF2B5EF4-FFF2-40B4-BE49-F238E27FC236}">
                <a16:creationId xmlns:a16="http://schemas.microsoft.com/office/drawing/2014/main" id="{0E3FE20D-B692-43D2-A43E-538FE04E40A7}"/>
              </a:ext>
            </a:extLst>
          </p:cNvPr>
          <p:cNvSpPr>
            <a:spLocks xmlns:a="http://schemas.openxmlformats.org/drawingml/2006/main" noGrp="1"/>
          </p:cNvSpPr>
          <p:nvPr/>
        </p:nvSpPr>
        <p:spPr>
          <a:xfrm xmlns:a="http://schemas.openxmlformats.org/drawingml/2006/main">
            <a:off x="723900" y="57721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000000"/>
                </a:solidFill>
              </a:defRPr>
            </a:defPPr>
            <a:lvl1pPr algn="l">
              <a:buNone/>
              <a:defRPr sz="2025" b="0">
                <a:solidFill>
                  <a:srgbClr val="000000"/>
                </a:solidFill>
              </a:defRPr>
            </a:lvl1pPr>
            <a:lvl2pPr algn="l">
              <a:buNone/>
              <a:defRPr sz="2025" b="0">
                <a:solidFill>
                  <a:srgbClr val="000000"/>
                </a:solidFill>
              </a:defRPr>
            </a:lvl2pPr>
            <a:lvl3pPr algn="l">
              <a:buNone/>
              <a:defRPr sz="2025" b="0">
                <a:solidFill>
                  <a:srgbClr val="000000"/>
                </a:solidFill>
              </a:defRPr>
            </a:lvl3pPr>
            <a:lvl4pPr algn="l">
              <a:buNone/>
              <a:defRPr sz="2025" b="0">
                <a:solidFill>
                  <a:srgbClr val="000000"/>
                </a:solidFill>
              </a:defRPr>
            </a:lvl4pPr>
            <a:lvl5pPr algn="l">
              <a:buNone/>
              <a:defRPr sz="2025" b="0">
                <a:solidFill>
                  <a:srgbClr val="000000"/>
                </a:solidFill>
              </a:defRPr>
            </a:lvl5pPr>
            <a:lvl6pPr algn="l">
              <a:buNone/>
              <a:defRPr sz="2025" b="0">
                <a:solidFill>
                  <a:srgbClr val="000000"/>
                </a:solidFill>
              </a:defRPr>
            </a:lvl6pPr>
            <a:lvl7pPr algn="l">
              <a:buNone/>
              <a:defRPr sz="2025" b="0">
                <a:solidFill>
                  <a:srgbClr val="000000"/>
                </a:solidFill>
              </a:defRPr>
            </a:lvl7pPr>
            <a:lvl8pPr algn="l">
              <a:buNone/>
              <a:defRPr sz="2025" b="0">
                <a:solidFill>
                  <a:srgbClr val="000000"/>
                </a:solidFill>
              </a:defRPr>
            </a:lvl8pPr>
            <a:lvl9pPr algn="l">
              <a:buNone/>
              <a:defRPr sz="2025" b="0">
                <a:solidFill>
                  <a:srgbClr val="000000"/>
                </a:solidFill>
              </a:defRPr>
            </a:lvl9pPr>
          </a:lstStyle>
          <a:p xmlns:a="http://schemas.openxmlformats.org/drawingml/2006/main">
            <a:pPr algn="l">
              <a:buNone/>
              <a:defRPr sz="2025" b="0">
                <a:solidFill>
                  <a:srgbClr val="000000"/>
                </a:solidFill>
              </a:defRPr>
            </a:pPr>
            <a:r>
              <a:rPr sz="2025" b="0">
                <a:solidFill>
                  <a:srgbClr val="000000"/>
                </a:solidFill>
              </a:rPr>
              <a:t>% trên ảnh là độ tin cậy từng dự đoán, chưa phải độ chính xác chung.</a:t>
            </a:r>
          </a:p>
        </p:txBody>
      </p:sp>
    </p:spTree>
    <p:extLst>
      <p:ext uri="{BB962C8B-B14F-4D97-AF65-F5344CB8AC3E}">
        <p14:creationId xmlns:p14="http://schemas.microsoft.com/office/powerpoint/2010/main" val="38225809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buNone/>
              <a:defRPr sz="4400" b="1">
                <a:solidFill>
                  <a:srgbClr val="00A65A"/>
                </a:solidFill>
              </a:defRPr>
            </a:lvl1pPr>
            <a:lvl2pPr>
              <a:buNone/>
              <a:defRPr sz="4400" b="1">
                <a:solidFill>
                  <a:srgbClr val="00A65A"/>
                </a:solidFill>
              </a:defRPr>
            </a:lvl2pPr>
            <a:lvl3pPr>
              <a:buNone/>
              <a:defRPr sz="4400" b="1">
                <a:solidFill>
                  <a:srgbClr val="00A65A"/>
                </a:solidFill>
              </a:defRPr>
            </a:lvl3pPr>
            <a:lvl4pPr>
              <a:buNone/>
              <a:defRPr sz="4400" b="1">
                <a:solidFill>
                  <a:srgbClr val="00A65A"/>
                </a:solidFill>
              </a:defRPr>
            </a:lvl4pPr>
            <a:lvl5pPr>
              <a:buNone/>
              <a:defRPr sz="4400" b="1">
                <a:solidFill>
                  <a:srgbClr val="00A65A"/>
                </a:solidFill>
              </a:defRPr>
            </a:lvl5pPr>
            <a:lvl6pPr>
              <a:buNone/>
              <a:defRPr sz="4400" b="1">
                <a:solidFill>
                  <a:srgbClr val="00A65A"/>
                </a:solidFill>
              </a:defRPr>
            </a:lvl6pPr>
            <a:lvl7pPr>
              <a:buNone/>
              <a:defRPr sz="4400" b="1">
                <a:solidFill>
                  <a:srgbClr val="00A65A"/>
                </a:solidFill>
              </a:defRPr>
            </a:lvl7pPr>
            <a:lvl8pPr>
              <a:buNone/>
              <a:defRPr sz="4400" b="1">
                <a:solidFill>
                  <a:srgbClr val="00A65A"/>
                </a:solidFill>
              </a:defRPr>
            </a:lvl8pPr>
            <a:lvl9pPr>
              <a:buNone/>
              <a:defRPr sz="4400" b="1">
                <a:solidFill>
                  <a:srgbClr val="00A65A"/>
                </a:solidFill>
              </a:defRPr>
            </a:lvl9pPr>
          </a:lstStyle>
          <a:p xmlns:a="http://schemas.openxmlformats.org/drawingml/2006/main">
            <a:pPr>
              <a:buNone/>
              <a:defRPr sz="4400" b="1">
                <a:solidFill>
                  <a:srgbClr val="00A65A"/>
                </a:solidFill>
              </a:defRPr>
            </a:pPr>
            <a:r>
              <a:rPr sz="4400" b="1">
                <a:solidFill>
                  <a:srgbClr val="00A65A"/>
                </a:solidFill>
              </a:rPr>
              <a:t>8. Kế hoạch tiếp theo</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CD313CF0-7A6A-468A-B72A-5AD10EE6D352}"/>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Đánh giá đủ 3 nhóm trên bộ ảnh kiểm tra riêng.</a:t>
            </a:r>
          </a:p>
        </p:txBody>
      </p:sp>
      <p:sp>
        <p:nvSpPr>
          <p:cNvPr id="7" name="">
            <a:extLst xmlns:a="http://schemas.openxmlformats.org/drawingml/2006/main">
              <a:ext uri="{FF2B5EF4-FFF2-40B4-BE49-F238E27FC236}">
                <a16:creationId xmlns:a16="http://schemas.microsoft.com/office/drawing/2014/main" id="{76C1ABAF-96DD-4AF5-BAB6-16F61710CB1A}"/>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Chạy mô hình trên Pi 5, đo tốc độ và độ trễ nhận diện.</a:t>
            </a:r>
          </a:p>
        </p:txBody>
      </p:sp>
      <p:sp>
        <p:nvSpPr>
          <p:cNvPr id="8" name="">
            <a:extLst xmlns:a="http://schemas.openxmlformats.org/drawingml/2006/main">
              <a:ext uri="{FF2B5EF4-FFF2-40B4-BE49-F238E27FC236}">
                <a16:creationId xmlns:a16="http://schemas.microsoft.com/office/drawing/2014/main" id="{832645E3-9E03-4326-89BA-335B21552E86}"/>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Ghép UART, cảm biến và servo, thử phân loại trên băng tải.</a:t>
            </a:r>
          </a:p>
        </p:txBody>
      </p:sp>
      <p:sp>
        <p:nvSpPr>
          <p:cNvPr id="9" name="">
            <a:extLst xmlns:a="http://schemas.openxmlformats.org/drawingml/2006/main">
              <a:ext uri="{FF2B5EF4-FFF2-40B4-BE49-F238E27FC236}">
                <a16:creationId xmlns:a16="http://schemas.microsoft.com/office/drawing/2014/main" id="{3ACC36CA-BE76-4A59-8CC7-2BCA9373648C}"/>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buNone/>
              <a:defRPr sz="2550" b="0">
                <a:solidFill>
                  <a:srgbClr val="000000"/>
                </a:solidFill>
              </a:defRPr>
            </a:lvl1pPr>
            <a:lvl2pPr algn="l">
              <a:buNone/>
              <a:defRPr sz="2550" b="0">
                <a:solidFill>
                  <a:srgbClr val="000000"/>
                </a:solidFill>
              </a:defRPr>
            </a:lvl2pPr>
            <a:lvl3pPr algn="l">
              <a:buNone/>
              <a:defRPr sz="2550" b="0">
                <a:solidFill>
                  <a:srgbClr val="000000"/>
                </a:solidFill>
              </a:defRPr>
            </a:lvl3pPr>
            <a:lvl4pPr algn="l">
              <a:buNone/>
              <a:defRPr sz="2550" b="0">
                <a:solidFill>
                  <a:srgbClr val="000000"/>
                </a:solidFill>
              </a:defRPr>
            </a:lvl4pPr>
            <a:lvl5pPr algn="l">
              <a:buNone/>
              <a:defRPr sz="2550" b="0">
                <a:solidFill>
                  <a:srgbClr val="000000"/>
                </a:solidFill>
              </a:defRPr>
            </a:lvl5pPr>
            <a:lvl6pPr algn="l">
              <a:buNone/>
              <a:defRPr sz="2550" b="0">
                <a:solidFill>
                  <a:srgbClr val="000000"/>
                </a:solidFill>
              </a:defRPr>
            </a:lvl6pPr>
            <a:lvl7pPr algn="l">
              <a:buNone/>
              <a:defRPr sz="2550" b="0">
                <a:solidFill>
                  <a:srgbClr val="000000"/>
                </a:solidFill>
              </a:defRPr>
            </a:lvl7pPr>
            <a:lvl8pPr algn="l">
              <a:buNone/>
              <a:defRPr sz="2550" b="0">
                <a:solidFill>
                  <a:srgbClr val="000000"/>
                </a:solidFill>
              </a:defRPr>
            </a:lvl8pPr>
            <a:lvl9pPr algn="l">
              <a:buNone/>
              <a:defRPr sz="2550" b="0">
                <a:solidFill>
                  <a:srgbClr val="000000"/>
                </a:solidFill>
              </a:defRPr>
            </a:lvl9pPr>
          </a:lstStyle>
          <a:p xmlns:a="http://schemas.openxmlformats.org/drawingml/2006/main">
            <a:pPr algn="l">
              <a:buNone/>
              <a:defRPr sz="2550" b="0">
                <a:solidFill>
                  <a:srgbClr val="000000"/>
                </a:solidFill>
              </a:defRPr>
            </a:pPr>
            <a:r>
              <a:rPr sz="2550" b="0">
                <a:solidFill>
                  <a:srgbClr val="000000"/>
                </a:solidFill>
              </a:rPr>
              <a:t>Làm dashboard đếm quả theo ngày, ưu tiên xử lý bằng ngắt.</a:t>
            </a:r>
          </a:p>
        </p:txBody>
      </p:sp>
    </p:spTree>
    <p:extLst>
      <p:ext uri="{BB962C8B-B14F-4D97-AF65-F5344CB8AC3E}">
        <p14:creationId xmlns:p14="http://schemas.microsoft.com/office/powerpoint/2010/main" val="38225809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5E66C3B3-F2E0-6278-52E2-3393C104308D}"/>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3" name="Slide Number Placeholder 2">
            <a:extLst xmlns:a="http://schemas.openxmlformats.org/drawingml/2006/main">
              <a:ext uri="{FF2B5EF4-FFF2-40B4-BE49-F238E27FC236}">
                <a16:creationId xmlns:a16="http://schemas.microsoft.com/office/drawing/2014/main" id="{8CE5A67D-F1E3-E814-8051-6DF9973165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14</a:t>
            </a:fld>
            <a:endParaRPr/>
          </a:p>
        </p:txBody>
      </p:sp>
      <p:sp>
        <p:nvSpPr>
          <p:cNvPr id="4" name="Title 3">
            <a:extLst xmlns:a="http://schemas.openxmlformats.org/drawingml/2006/main">
              <a:ext uri="{FF2B5EF4-FFF2-40B4-BE49-F238E27FC236}">
                <a16:creationId xmlns:a16="http://schemas.microsoft.com/office/drawing/2014/main" id="{49F7406D-4210-10C7-B19B-033A768DB3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275" b="1">
                <a:solidFill>
                  <a:srgbClr val="FFFFFF"/>
                </a:solidFill>
              </a:defRPr>
            </a:defPPr>
            <a:lvl1pPr>
              <a:buNone/>
              <a:defRPr sz="4275" b="1">
                <a:solidFill>
                  <a:srgbClr val="FFFFFF"/>
                </a:solidFill>
              </a:defRPr>
            </a:lvl1pPr>
            <a:lvl2pPr>
              <a:buNone/>
              <a:defRPr sz="4275" b="1">
                <a:solidFill>
                  <a:srgbClr val="FFFFFF"/>
                </a:solidFill>
              </a:defRPr>
            </a:lvl2pPr>
            <a:lvl3pPr>
              <a:buNone/>
              <a:defRPr sz="4275" b="1">
                <a:solidFill>
                  <a:srgbClr val="FFFFFF"/>
                </a:solidFill>
              </a:defRPr>
            </a:lvl3pPr>
            <a:lvl4pPr>
              <a:buNone/>
              <a:defRPr sz="4275" b="1">
                <a:solidFill>
                  <a:srgbClr val="FFFFFF"/>
                </a:solidFill>
              </a:defRPr>
            </a:lvl4pPr>
            <a:lvl5pPr>
              <a:buNone/>
              <a:defRPr sz="4275" b="1">
                <a:solidFill>
                  <a:srgbClr val="FFFFFF"/>
                </a:solidFill>
              </a:defRPr>
            </a:lvl5pPr>
            <a:lvl6pPr>
              <a:buNone/>
              <a:defRPr sz="4275" b="1">
                <a:solidFill>
                  <a:srgbClr val="FFFFFF"/>
                </a:solidFill>
              </a:defRPr>
            </a:lvl6pPr>
            <a:lvl7pPr>
              <a:buNone/>
              <a:defRPr sz="4275" b="1">
                <a:solidFill>
                  <a:srgbClr val="FFFFFF"/>
                </a:solidFill>
              </a:defRPr>
            </a:lvl7pPr>
            <a:lvl8pPr>
              <a:buNone/>
              <a:defRPr sz="4275" b="1">
                <a:solidFill>
                  <a:srgbClr val="FFFFFF"/>
                </a:solidFill>
              </a:defRPr>
            </a:lvl8pPr>
            <a:lvl9pPr>
              <a:buNone/>
              <a:defRPr sz="4275" b="1">
                <a:solidFill>
                  <a:srgbClr val="FFFFFF"/>
                </a:solidFill>
              </a:defRPr>
            </a:lvl9pPr>
          </a:lstStyle>
          <a:p xmlns:a="http://schemas.openxmlformats.org/drawingml/2006/main">
            <a:pPr>
              <a:buNone/>
              <a:defRPr sz="4275" b="1">
                <a:solidFill>
                  <a:srgbClr val="FFFFFF"/>
                </a:solidFill>
              </a:defRPr>
            </a:pPr>
            <a:r>
              <a:rPr sz="4275" b="1">
                <a:solidFill>
                  <a:srgbClr val="FFFFFF"/>
                </a:solidFill>
              </a:rPr>
              <a:t>CẢM ƠN THẦY VÀ CÁC BẠN</a:t>
            </a:r>
          </a:p>
        </p:txBody>
      </p:sp>
      <p:sp>
        <p:nvSpPr>
          <p:cNvPr id="5" name="Text Placeholder 4">
            <a:extLst xmlns:a="http://schemas.openxmlformats.org/drawingml/2006/main">
              <a:ext uri="{FF2B5EF4-FFF2-40B4-BE49-F238E27FC236}">
                <a16:creationId xmlns:a16="http://schemas.microsoft.com/office/drawing/2014/main" id="{EB3CF649-1DEF-53C1-77C5-996EF43FAEE0}"/>
              </a:ext>
            </a:extLst>
          </p:cNvPr>
          <p:cNvSpPr>
            <a:spLocks xmlns:a="http://schemas.openxmlformats.org/drawingml/2006/main" noGrp="1"/>
          </p:cNvSpPr>
          <p:nvPr>
            <p:ph type="body" idx="1"/>
          </p:nvPr>
        </p:nvSpPr>
        <p:spPr>
          <a:xfrm xmlns:a="http://schemas.openxmlformats.org/drawingml/2006/main">
            <a:off x="1653350" y="4108228"/>
            <a:ext cx="9048750" cy="742950"/>
          </a:xfrm>
        </p:spPr>
        <p:txBody>
          <a:bodyPr xmlns:a="http://schemas.openxmlformats.org/drawingml/2006/main"/>
          <a:lstStyle xmlns:a="http://schemas.openxmlformats.org/drawingml/2006/main">
            <a:defPPr>
              <a:defRPr sz="2400">
                <a:solidFill>
                  <a:srgbClr val="FFFFFF"/>
                </a:solidFill>
              </a:defRPr>
            </a:defPPr>
            <a:lvl1pPr>
              <a:buNone/>
              <a:defRPr sz="2400">
                <a:solidFill>
                  <a:srgbClr val="FFFFFF"/>
                </a:solidFill>
              </a:defRPr>
            </a:lvl1pPr>
            <a:lvl2pPr>
              <a:buNone/>
              <a:defRPr sz="2400">
                <a:solidFill>
                  <a:srgbClr val="FFFFFF"/>
                </a:solidFill>
              </a:defRPr>
            </a:lvl2pPr>
            <a:lvl3pPr>
              <a:buNone/>
              <a:defRPr sz="2400">
                <a:solidFill>
                  <a:srgbClr val="FFFFFF"/>
                </a:solidFill>
              </a:defRPr>
            </a:lvl3pPr>
            <a:lvl4pPr>
              <a:buNone/>
              <a:defRPr sz="2400">
                <a:solidFill>
                  <a:srgbClr val="FFFFFF"/>
                </a:solidFill>
              </a:defRPr>
            </a:lvl4pPr>
            <a:lvl5pPr>
              <a:buNone/>
              <a:defRPr sz="2400">
                <a:solidFill>
                  <a:srgbClr val="FFFFFF"/>
                </a:solidFill>
              </a:defRPr>
            </a:lvl5pPr>
            <a:lvl6pPr>
              <a:buNone/>
              <a:defRPr sz="2400">
                <a:solidFill>
                  <a:srgbClr val="FFFFFF"/>
                </a:solidFill>
              </a:defRPr>
            </a:lvl6pPr>
            <a:lvl7pPr>
              <a:buNone/>
              <a:defRPr sz="2400">
                <a:solidFill>
                  <a:srgbClr val="FFFFFF"/>
                </a:solidFill>
              </a:defRPr>
            </a:lvl7pPr>
            <a:lvl8pPr>
              <a:buNone/>
              <a:defRPr sz="2400">
                <a:solidFill>
                  <a:srgbClr val="FFFFFF"/>
                </a:solidFill>
              </a:defRPr>
            </a:lvl8pPr>
            <a:lvl9pPr>
              <a:buNone/>
              <a:defRPr sz="2400">
                <a:solidFill>
                  <a:srgbClr val="FFFFFF"/>
                </a:solidFill>
              </a:defRPr>
            </a:lvl9pPr>
          </a:lstStyle>
          <a:p xmlns:a="http://schemas.openxmlformats.org/drawingml/2006/main">
            <a:pPr>
              <a:buNone/>
              <a:defRPr sz="2400">
                <a:solidFill>
                  <a:srgbClr val="FFFFFF"/>
                </a:solidFill>
              </a:defRPr>
            </a:pPr>
            <a:r>
              <a:rPr sz="2400">
                <a:solidFill>
                  <a:srgbClr val="FFFFFF"/>
                </a:solidFill>
              </a:rPr>
              <a:t>Nhóm xin nhận góp ý và trả lời câu hỏi</a:t>
            </a:r>
            <a:endParaRPr/>
          </a:p>
        </p:txBody>
      </p:sp>
      <p:sp>
        <p:nvSpPr>
          <p:cNvPr id="6" name="Content Placeholder 5">
            <a:extLst xmlns:a="http://schemas.openxmlformats.org/drawingml/2006/main">
              <a:ext uri="{FF2B5EF4-FFF2-40B4-BE49-F238E27FC236}">
                <a16:creationId xmlns:a16="http://schemas.microsoft.com/office/drawing/2014/main" id="{4588B07E-997D-5857-E9C5-29F28FD9964F}"/>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p>
        </p:txBody>
      </p:sp>
    </p:spTree>
    <p:extLst>
      <p:ext uri="{BB962C8B-B14F-4D97-AF65-F5344CB8AC3E}">
        <p14:creationId xmlns:p14="http://schemas.microsoft.com/office/powerpoint/2010/main" val="3151421997"/>
      </p:ext>
    </p:extLst>
  </p:cSld>
</p:sld>
</file>

<file path=ppt/theme/theme1.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E Green v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2026-10-28T15:18:15.3150000Z</dcterms:created>
  <dcterms:modified xsi:type="dcterms:W3CDTF">2026-10-28T15:18:15.3150000Z</dcterms:modified>
</coreProperties>
</file>