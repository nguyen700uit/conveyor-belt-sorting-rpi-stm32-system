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f966f4843646eb" /><Relationship Type="http://schemas.openxmlformats.org/officeDocument/2006/relationships/extended-properties" Target="/docProps/app.xml" Id="Rb25b804e489d493d" /><Relationship Type="http://schemas.openxmlformats.org/officeDocument/2006/relationships/officeDocument" Target="/ppt/presentation.xml" Id="R054e330ccde34d19" /></Relationships>
</file>

<file path=ppt/presentation.xml><?xml version="1.0" encoding="utf-8"?>
<p:presentation xmlns:p="http://schemas.openxmlformats.org/presentationml/2006/main">
  <p:sldMasterIdLst>
    <p:sldMasterId xmlns:r="http://schemas.openxmlformats.org/officeDocument/2006/relationships" id="2147483648" r:id="Ra20da098602c435b"/>
  </p:sldMasterIdLst>
  <p:notesMasterIdLst>
    <p:notesMasterId xmlns:r="http://schemas.openxmlformats.org/officeDocument/2006/relationships" r:id="R62815c0aee474dd6"/>
  </p:notesMasterIdLst>
  <p:sldIdLst>
    <p:sldId xmlns:r="http://schemas.openxmlformats.org/officeDocument/2006/relationships" id="256" r:id="Rbafc9ce4f01a4e01"/>
    <p:sldId xmlns:r="http://schemas.openxmlformats.org/officeDocument/2006/relationships" id="257" r:id="Rfe654b07267d49f1"/>
    <p:sldId xmlns:r="http://schemas.openxmlformats.org/officeDocument/2006/relationships" id="258" r:id="R0940aed396584053"/>
    <p:sldId xmlns:r="http://schemas.openxmlformats.org/officeDocument/2006/relationships" id="259" r:id="R52e7fdd3254e459e"/>
    <p:sldId xmlns:r="http://schemas.openxmlformats.org/officeDocument/2006/relationships" id="260" r:id="R9e01585269d34546"/>
    <p:sldId xmlns:r="http://schemas.openxmlformats.org/officeDocument/2006/relationships" id="261" r:id="R12e2f2cb33fd43e0"/>
    <p:sldId xmlns:r="http://schemas.openxmlformats.org/officeDocument/2006/relationships" id="262" r:id="Ree59d3fc31814ec1"/>
    <p:sldId xmlns:r="http://schemas.openxmlformats.org/officeDocument/2006/relationships" id="263" r:id="Rdc958716f58043fa"/>
    <p:sldId xmlns:r="http://schemas.openxmlformats.org/officeDocument/2006/relationships" id="264" r:id="R81803ce5998e4758"/>
    <p:sldId xmlns:r="http://schemas.openxmlformats.org/officeDocument/2006/relationships" id="265" r:id="Re12d5f4ebae64266"/>
  </p:sldIdLst>
  <p:sldSz cx="12192000"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p="http://schemas.openxmlformats.org/presentationml/2006/main">
  <p:slideViewPr>
    <p:cSldViewPr snapToGrid="0" snapToObjects="1"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20740a98e24a4c33" /><Relationship Type="http://schemas.openxmlformats.org/officeDocument/2006/relationships/slideMaster" Target="/ppt/slideMasters/slideMaster1.xml" Id="Ra20da098602c435b" /><Relationship Type="http://schemas.openxmlformats.org/officeDocument/2006/relationships/notesMaster" Target="/ppt/notesMasters/notesMaster1.xml" Id="R62815c0aee474dd6" /><Relationship Type="http://schemas.openxmlformats.org/officeDocument/2006/relationships/presProps" Target="/ppt/presProps.xml" Id="R2734496b0bfb4220" /><Relationship Type="http://schemas.openxmlformats.org/officeDocument/2006/relationships/viewProps" Target="/ppt/viewProps.xml" Id="Ra50dfbf7193d4966" /><Relationship Type="http://schemas.openxmlformats.org/officeDocument/2006/relationships/tableStyles" Target="/ppt/tableStyles.xml" Id="Rd3b9bdc5281b4889" /><Relationship Type="http://schemas.openxmlformats.org/officeDocument/2006/relationships/slide" Target="/ppt/slides/slide1.xml" Id="Rbafc9ce4f01a4e01" /><Relationship Type="http://schemas.openxmlformats.org/officeDocument/2006/relationships/slide" Target="/ppt/slides/slide2.xml" Id="Rfe654b07267d49f1" /><Relationship Type="http://schemas.openxmlformats.org/officeDocument/2006/relationships/slide" Target="/ppt/slides/slide3.xml" Id="R0940aed396584053" /><Relationship Type="http://schemas.openxmlformats.org/officeDocument/2006/relationships/slide" Target="/ppt/slides/slide4.xml" Id="R52e7fdd3254e459e" /><Relationship Type="http://schemas.openxmlformats.org/officeDocument/2006/relationships/slide" Target="/ppt/slides/slide5.xml" Id="R9e01585269d34546" /><Relationship Type="http://schemas.openxmlformats.org/officeDocument/2006/relationships/slide" Target="/ppt/slides/slide6.xml" Id="R12e2f2cb33fd43e0" /><Relationship Type="http://schemas.openxmlformats.org/officeDocument/2006/relationships/slide" Target="/ppt/slides/slide7.xml" Id="Ree59d3fc31814ec1" /><Relationship Type="http://schemas.openxmlformats.org/officeDocument/2006/relationships/slide" Target="/ppt/slides/slide8.xml" Id="Rdc958716f58043fa" /><Relationship Type="http://schemas.openxmlformats.org/officeDocument/2006/relationships/slide" Target="/ppt/slides/slide9.xml" Id="R81803ce5998e4758" /><Relationship Type="http://schemas.openxmlformats.org/officeDocument/2006/relationships/slide" Target="/ppt/slides/slide10.xml" Id="Re12d5f4ebae642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c92edf724a47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FCE Green v2">
      <a:dk1>
        <a:srgbClr val="000000"/>
      </a:dk1>
      <a:lt1>
        <a:srgbClr val="FFFFFF"/>
      </a:lt1>
      <a:dk2>
        <a:srgbClr val="455F51"/>
      </a:dk2>
      <a:lt2>
        <a:srgbClr val="E3DED1"/>
      </a:lt2>
      <a:accent1>
        <a:srgbClr val="549E39"/>
      </a:accent1>
      <a:accent2>
        <a:srgbClr val="0071FF"/>
      </a:accent2>
      <a:accent3>
        <a:srgbClr val="38EF7D"/>
      </a:accent3>
      <a:accent4>
        <a:srgbClr val="029676"/>
      </a:accent4>
      <a:accent5>
        <a:srgbClr val="F5AF19"/>
      </a:accent5>
      <a:accent6>
        <a:srgbClr val="F12711"/>
      </a:accent6>
      <a:hlink>
        <a:srgbClr val="6B9F25"/>
      </a:hlink>
      <a:folHlink>
        <a:srgbClr val="BA6906"/>
      </a:folHlink>
    </a:clrScheme>
    <a:fontScheme name="Times New Roman-Arial">
      <a:maj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CE Green v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0e6a233e384366" /><Relationship Type="http://schemas.openxmlformats.org/officeDocument/2006/relationships/notesMaster" Target="/ppt/notesMasters/notesMaster1.xml" Id="R34b8ebcfacdd42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d0a6b8a1314b9c" /><Relationship Type="http://schemas.openxmlformats.org/officeDocument/2006/relationships/notesMaster" Target="/ppt/notesMasters/notesMaster1.xml" Id="R773cd930311948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12ab31a34e4322" /><Relationship Type="http://schemas.openxmlformats.org/officeDocument/2006/relationships/notesMaster" Target="/ppt/notesMasters/notesMaster1.xml" Id="Rc6fb8e0910464b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4368e0dc6d436a" /><Relationship Type="http://schemas.openxmlformats.org/officeDocument/2006/relationships/notesMaster" Target="/ppt/notesMasters/notesMaster1.xml" Id="Rfa3de77d089342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c5e92c417c41e3" /><Relationship Type="http://schemas.openxmlformats.org/officeDocument/2006/relationships/notesMaster" Target="/ppt/notesMasters/notesMaster1.xml" Id="R36b1ae3891e140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8f877504824af3" /><Relationship Type="http://schemas.openxmlformats.org/officeDocument/2006/relationships/notesMaster" Target="/ppt/notesMasters/notesMaster1.xml" Id="Rc0dfe5cf2b6545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fcc21b37a34ea4" /><Relationship Type="http://schemas.openxmlformats.org/officeDocument/2006/relationships/notesMaster" Target="/ppt/notesMasters/notesMaster1.xml" Id="Rb4fa8d51508c4d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d451d3e4554e4e" /><Relationship Type="http://schemas.openxmlformats.org/officeDocument/2006/relationships/notesMaster" Target="/ppt/notesMasters/notesMaster1.xml" Id="Rb4b7e3351a1d46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df1c6ea15c4de6" /><Relationship Type="http://schemas.openxmlformats.org/officeDocument/2006/relationships/notesMaster" Target="/ppt/notesMasters/notesMaster1.xml" Id="R8dd09e12816b44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2f4469f27343d8" /><Relationship Type="http://schemas.openxmlformats.org/officeDocument/2006/relationships/notesMaster" Target="/ppt/notesMasters/notesMaster1.xml" Id="R9b69cfdb161743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mô tả dự án, tiến độ và ảnh do nhóm cung cấp. Cấu hình phần cứng là thiết kế dự kiến. Chưa có số đo đánh giá tổng thể hoặc kết quả vận hành toàn hệ thống. Nhóm chưa cung cấp tên thành viên và MSSV.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mô tả dự án, tiến độ và ảnh do nhóm cung cấp. Cấu hình phần cứng là thiết kế dự kiến. Chưa có số đo đánh giá tổng thể hoặc kết quả vận hành toàn hệ thống. Nhóm chưa cung cấp tên thành viên và MSSV.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mô tả dự án, tiến độ và ảnh do nhóm cung cấp. Cấu hình phần cứng là thiết kế dự kiến. Chưa có số đo đánh giá tổng thể hoặc kết quả vận hành toàn hệ thống. Nhóm chưa cung cấp tên thành viên và MSSV.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mô tả dự án, tiến độ và ảnh do nhóm cung cấp. Cấu hình phần cứng là thiết kế dự kiến. Chưa có số đo đánh giá tổng thể hoặc kết quả vận hành toàn hệ thống. Nhóm chưa cung cấp tên thành viên và MSSV.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mô tả dự án, tiến độ và ảnh do nhóm cung cấp. Cấu hình phần cứng là thiết kế dự kiến. Chưa có số đo đánh giá tổng thể hoặc kết quả vận hành toàn hệ thống. Nhóm chưa cung cấp tên thành viên và MSSV.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mô tả dự án, tiến độ và ảnh do nhóm cung cấp. Cấu hình phần cứng là thiết kế dự kiến. Chưa có số đo đánh giá tổng thể hoặc kết quả vận hành toàn hệ thống. Nhóm chưa cung cấp tên thành viên và MSSV. Các mục bổ sung và kiểm tra dữ liệu là công việc đề xuất tiếp theo.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mô tả dự án, tiến độ và ảnh do nhóm cung cấp. Cấu hình phần cứng là thiết kế dự kiến. Chưa có số đo đánh giá tổng thể hoặc kết quả vận hành toàn hệ thống. Nhóm chưa cung cấp tên thành viên và MSSV. Nguồn ảnh: ảnh số 1, 3 và 5 trong tin nhắn của người dùng. green tương ứng tắc sống. Bộ ảnh cung cấp chưa có ví dụ nhãn tắc chín. Độ tin cậy không thể dùng làm độ chính xác toàn mô hình.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mô tả dự án, tiến độ và ảnh do nhóm cung cấp. Cấu hình phần cứng là thiết kế dự kiến. Chưa có số đo đánh giá tổng thể hoặc kết quả vận hành toàn hệ thống. Nhóm chưa cung cấp tên thành viên và MSSV. Nguồn ảnh: ảnh số 2 và 4 trong tin nhắn của người dùng. damaged tương ứng tắc hư.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mô tả dự án, tiến độ và ảnh do nhóm cung cấp. Cấu hình phần cứng là thiết kế dự kiến. Chưa có số đo đánh giá tổng thể hoặc kết quả vận hành toàn hệ thống. Nhóm chưa cung cấp tên thành viên và MSSV.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mô tả dự án, tiến độ và ảnh do nhóm cung cấp. Cấu hình phần cứng là thiết kế dự kiến. Chưa có số đo đánh giá tổng thể hoặc kết quả vận hành toàn hệ thống. Nhóm chưa cung cấp tên thành viên và MSSV.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1dd31a3a59439d" /><Relationship Type="http://schemas.openxmlformats.org/officeDocument/2006/relationships/image" Target="/ppt/media/image.png" Id="R743fd1f6cb794e8d" /><Relationship Type="http://schemas.openxmlformats.org/officeDocument/2006/relationships/image" Target="/ppt/media/image2.png" Id="Rb55361d5478a4ba6" /><Relationship Type="http://schemas.openxmlformats.org/officeDocument/2006/relationships/image" Target="/ppt/media/image3.png" Id="R9c5e1033230b4b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21439a25ff94b92" /><Relationship Type="http://schemas.openxmlformats.org/officeDocument/2006/relationships/image" Target="/ppt/media/image4.png" Id="R3ce8757eabc04f31" /><Relationship Type="http://schemas.openxmlformats.org/officeDocument/2006/relationships/image" Target="/ppt/media/image2.png" Id="R6c9a77a3a4c24a06" /><Relationship Type="http://schemas.openxmlformats.org/officeDocument/2006/relationships/image" Target="/ppt/media/image3.png" Id="R0f5759765e4b45c6" /><Relationship Type="http://schemas.openxmlformats.org/officeDocument/2006/relationships/image" Target="/ppt/media/image.jpeg" Id="Rdcf58a61c59444f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b8a539e27ae4e15" /><Relationship Type="http://schemas.openxmlformats.org/officeDocument/2006/relationships/image" Target="/ppt/media/image5.png" Id="R26607a5a067c4271" /><Relationship Type="http://schemas.openxmlformats.org/officeDocument/2006/relationships/image" Target="/ppt/media/image2.png" Id="R448da2c573b84e80" /><Relationship Type="http://schemas.openxmlformats.org/officeDocument/2006/relationships/image" Target="/ppt/media/image3.png" Id="R48f3e0b1e3f04a9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0de7c30f90b4323" /><Relationship Type="http://schemas.openxmlformats.org/officeDocument/2006/relationships/image" Target="/ppt/media/image5.png" Id="R1b4926466e06486a" /><Relationship Type="http://schemas.openxmlformats.org/officeDocument/2006/relationships/image" Target="/ppt/media/image2.png" Id="R4acd03c5abc04ac5" /><Relationship Type="http://schemas.openxmlformats.org/officeDocument/2006/relationships/image" Target="/ppt/media/image3.png" Id="R4187f25b9d0145e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4c8ff3c08494fd6" /><Relationship Type="http://schemas.openxmlformats.org/officeDocument/2006/relationships/image" Target="/ppt/media/image5.png" Id="R7ed5cf066ec04479" /><Relationship Type="http://schemas.openxmlformats.org/officeDocument/2006/relationships/image" Target="/ppt/media/image2.png" Id="R476f2692e9cc4204" /><Relationship Type="http://schemas.openxmlformats.org/officeDocument/2006/relationships/image" Target="/ppt/media/image3.png" Id="R62122ba0fdc64ad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50f4fa1908b43f2" /><Relationship Type="http://schemas.openxmlformats.org/officeDocument/2006/relationships/image" Target="/ppt/media/image5.png" Id="Rce6a6f7b9c8d4ba5" /><Relationship Type="http://schemas.openxmlformats.org/officeDocument/2006/relationships/image" Target="/ppt/media/image2.png" Id="Racd31899ffcc43a3" /><Relationship Type="http://schemas.openxmlformats.org/officeDocument/2006/relationships/image" Target="/ppt/media/image3.png" Id="Rbf653e80d05c418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f8ec268943f46f2" /><Relationship Type="http://schemas.openxmlformats.org/officeDocument/2006/relationships/image" Target="/ppt/media/image5.png" Id="Ra472b9f7f8044498" /><Relationship Type="http://schemas.openxmlformats.org/officeDocument/2006/relationships/image" Target="/ppt/media/image2.png" Id="Rf68a4f0d252c4c43" /><Relationship Type="http://schemas.openxmlformats.org/officeDocument/2006/relationships/image" Target="/ppt/media/image3.png" Id="Ra99a49e4c5f44b6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6e86cc8a6d34f71" /><Relationship Type="http://schemas.openxmlformats.org/officeDocument/2006/relationships/image" Target="/ppt/media/image5.png" Id="R9437d1b385fc4236" /><Relationship Type="http://schemas.openxmlformats.org/officeDocument/2006/relationships/image" Target="/ppt/media/image2.png" Id="R5c3f00d68dca4463" /><Relationship Type="http://schemas.openxmlformats.org/officeDocument/2006/relationships/image" Target="/ppt/media/image3.png" Id="Rd198131e6c38411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041569c76c54ad0" /><Relationship Type="http://schemas.openxmlformats.org/officeDocument/2006/relationships/image" Target="/ppt/media/image5.png" Id="R5fc123b8b6ed48c5" /><Relationship Type="http://schemas.openxmlformats.org/officeDocument/2006/relationships/image" Target="/ppt/media/image2.png" Id="R165a2e6db5004563" /><Relationship Type="http://schemas.openxmlformats.org/officeDocument/2006/relationships/image" Target="/ppt/media/image3.png" Id="Re0732f2b582a4e1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3d4aa88d46d4566" /><Relationship Type="http://schemas.openxmlformats.org/officeDocument/2006/relationships/image" Target="/ppt/media/image5.png" Id="Rdd0e2b0e0bdc4d51" /><Relationship Type="http://schemas.openxmlformats.org/officeDocument/2006/relationships/image" Target="/ppt/media/image2.png" Id="Rd8ca017be5d74552" /><Relationship Type="http://schemas.openxmlformats.org/officeDocument/2006/relationships/image" Target="/ppt/media/image3.png" Id="Rbed2d86a0bfe413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81501e80c4342d3"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4e4243229fd541b3"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ab88b087e6a9417a"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3972f71dde5d42e7" /><Relationship Type="http://schemas.openxmlformats.org/officeDocument/2006/relationships/image" Target="/ppt/media/image5.png" Id="Rbb9380cdb6014662" /><Relationship Type="http://schemas.openxmlformats.org/officeDocument/2006/relationships/image" Target="/ppt/media/image2.png" Id="R140ec0cb15f54ef9" /><Relationship Type="http://schemas.openxmlformats.org/officeDocument/2006/relationships/image" Target="/ppt/media/image3.png" Id="R5732871d36da4192"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38ac0b80644941a3" /><Relationship Type="http://schemas.openxmlformats.org/officeDocument/2006/relationships/image" Target="/ppt/media/image5.png" Id="R1e4b7d1e86424fb3" /><Relationship Type="http://schemas.openxmlformats.org/officeDocument/2006/relationships/image" Target="/ppt/media/image2.png" Id="Rc19fc497d0cd409f" /><Relationship Type="http://schemas.openxmlformats.org/officeDocument/2006/relationships/image" Target="/ppt/media/image3.png" Id="Re14efea3b6df4753"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63907efc58ba4d54" /><Relationship Type="http://schemas.openxmlformats.org/officeDocument/2006/relationships/image" Target="/ppt/media/image5.png" Id="Re774272f997a4201" /><Relationship Type="http://schemas.openxmlformats.org/officeDocument/2006/relationships/image" Target="/ppt/media/image2.png" Id="R11971f1421874ed9" /><Relationship Type="http://schemas.openxmlformats.org/officeDocument/2006/relationships/image" Target="/ppt/media/image3.png" Id="Rd8ad66dfb1b34665"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35fce7c6b2624f5c" /><Relationship Type="http://schemas.openxmlformats.org/officeDocument/2006/relationships/image" Target="/ppt/media/image5.png" Id="R690579a01e3f4282" /><Relationship Type="http://schemas.openxmlformats.org/officeDocument/2006/relationships/image" Target="/ppt/media/image2.png" Id="R01eab79108fb4548" /><Relationship Type="http://schemas.openxmlformats.org/officeDocument/2006/relationships/image" Target="/ppt/media/image3.png" Id="Re1f1efd043e94e7f"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80719B2E-DC3C-7989-BF9C-E418B1F120BA}"/>
              </a:ext>
            </a:extLst>
          </p:cNvPr>
          <p:cNvSpPr>
            <a:spLocks xmlns:a="http://schemas.openxmlformats.org/drawingml/2006/main" noGrp="1"/>
          </p:cNvSpPr>
          <p:nvPr/>
        </p:nvSpPr>
        <p:spPr>
          <a:xfrm xmlns:a="http://schemas.openxmlformats.org/drawingml/2006/main">
            <a:off x="-24143" y="0"/>
            <a:ext cx="633743" cy="6858000"/>
          </a:xfrm>
          <a:prstGeom xmlns:a="http://schemas.openxmlformats.org/drawingml/2006/main" prst="rect">
            <a:avLst/>
          </a:prstGeom>
          <a:gradFill xmlns:a="http://schemas.openxmlformats.org/drawingml/2006/main">
            <a:gsLst>
              <a:gs pos="0">
                <a:schemeClr val="accent3">
                  <a:lumMod val="75000"/>
                </a:schemeClr>
              </a:gs>
              <a:gs pos="100000">
                <a:schemeClr val="accent4">
                  <a:lumMod val="75000"/>
                </a:schemeClr>
              </a:gs>
            </a:gsLst>
            <a:lin ang="5400000" scaled="1"/>
          </a:gradFill>
          <a:ln xmlns:a="http://schemas.openxmlformats.org/drawingml/2006/main">
            <a:noFill/>
          </a:ln>
          <a:effectLst xmlns:a="http://schemas.openxmlformats.org/drawingml/2006/main">
            <a:outerShdw blurRad="50800" dist="38100" algn="l"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11F8ED77-1B03-1740-9FA5-C31B68B30520}"/>
              </a:ext>
            </a:extLst>
          </p:cNvPr>
          <p:cNvSpPr>
            <a:spLocks xmlns:a="http://schemas.openxmlformats.org/drawingml/2006/main" noGrp="1"/>
          </p:cNvSpPr>
          <p:nvPr/>
        </p:nvSpPr>
        <p:spPr>
          <a:xfrm xmlns:a="http://schemas.openxmlformats.org/drawingml/2006/main" flipV="1">
            <a:off x="-31247" y="0"/>
            <a:ext cx="633743" cy="6858000"/>
          </a:xfrm>
          <a:prstGeom xmlns:a="http://schemas.openxmlformats.org/drawingml/2006/main" prst="rect">
            <a:avLst/>
          </a:prstGeom>
          <a:blipFill xmlns:a="http://schemas.openxmlformats.org/drawingml/2006/main">
            <a:blip xmlns:r="http://schemas.openxmlformats.org/officeDocument/2006/relationships" r:embed="R743fd1f6cb794e8d"/>
            <a:stretch>
              <a:fillRect l="0" t="0"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C6A63ACE-37E2-79AD-3312-2CAEC1D54166}"/>
              </a:ext>
            </a:extLst>
          </p:cNvPr>
          <p:cNvSpPr>
            <a:spLocks xmlns:a="http://schemas.openxmlformats.org/drawingml/2006/main" noGrp="1"/>
          </p:cNvSpPr>
          <p:nvPr/>
        </p:nvSpPr>
        <p:spPr>
          <a:xfrm xmlns:a="http://schemas.openxmlformats.org/drawingml/2006/main" rot="16200000">
            <a:off x="-1800908" y="4465666"/>
            <a:ext cx="4173065" cy="338554"/>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2" name="Title 1">
            <a:extLst xmlns:a="http://schemas.openxmlformats.org/drawingml/2006/main">
              <a:ext uri="{FF2B5EF4-FFF2-40B4-BE49-F238E27FC236}">
                <a16:creationId xmlns:a16="http://schemas.microsoft.com/office/drawing/2014/main" id="{E5107C67-82A0-4CBA-9B64-FDD5B623EB0C}"/>
              </a:ext>
            </a:extLst>
          </p:cNvPr>
          <p:cNvSpPr>
            <a:spLocks xmlns:a="http://schemas.openxmlformats.org/drawingml/2006/main" noGrp="1"/>
          </p:cNvSpPr>
          <p:nvPr>
            <p:ph type="ctrTitle" idx="0"/>
          </p:nvPr>
        </p:nvSpPr>
        <p:spPr>
          <a:xfrm xmlns:a="http://schemas.openxmlformats.org/drawingml/2006/main">
            <a:off x="1524000" y="1923591"/>
            <a:ext cx="9144000" cy="2387600"/>
          </a:xfrm>
          <a:prstGeom xmlns:a="http://schemas.openxmlformats.org/drawingml/2006/main" prst="roundRect">
            <a:avLst>
              <a:gd name="adj" fmla="val 3901"/>
            </a:avLst>
          </a:prstGeom>
          <a:noFill xmlns:a="http://schemas.openxmlformats.org/drawingml/2006/main"/>
          <a:ln xmlns:a="http://schemas.openxmlformats.org/drawingml/2006/main" w="25400">
            <a:gradFill>
              <a:gsLst>
                <a:gs pos="0">
                  <a:schemeClr val="accent3">
                    <a:lumMod val="75000"/>
                  </a:schemeClr>
                </a:gs>
                <a:gs pos="100000">
                  <a:schemeClr val="accent4">
                    <a:lumMod val="75000"/>
                  </a:schemeClr>
                </a:gs>
              </a:gsLst>
              <a:lin ang="5400000" scaled="1"/>
            </a:gradFill>
          </a:ln>
        </p:spPr>
        <p:txBody>
          <a:bodyPr xmlns:a="http://schemas.openxmlformats.org/drawingml/2006/main" anchor="ctr"/>
          <a:lstStyle xmlns:a="http://schemas.openxmlformats.org/drawingml/2006/main">
            <a:lvl1pPr algn="ctr">
              <a:buNone/>
              <a:defRPr sz="6000" b="1">
                <a:gradFill flip="none" rotWithShape="1">
                  <a:gsLst>
                    <a:gs pos="0">
                      <a:srgbClr val="11998E"/>
                    </a:gs>
                    <a:gs pos="100000">
                      <a:srgbClr val="38EF7D"/>
                    </a:gs>
                  </a:gsLst>
                  <a:lin ang="16200000" scaled="1"/>
                  <a:tileRect/>
                </a:gradFill>
              </a:defRPr>
            </a:lvl1pPr>
          </a:lstStyle>
          <a:p xmlns:a="http://schemas.openxmlformats.org/drawingml/2006/main">
            <a:r>
              <a:t>Click to edit Master title style</a:t>
            </a:r>
          </a:p>
        </p:txBody>
      </p:sp>
      <p:sp>
        <p:nvSpPr>
          <p:cNvPr id="4" name="Date Placeholder 3">
            <a:extLst xmlns:a="http://schemas.openxmlformats.org/drawingml/2006/main">
              <a:ext uri="{FF2B5EF4-FFF2-40B4-BE49-F238E27FC236}">
                <a16:creationId xmlns:a16="http://schemas.microsoft.com/office/drawing/2014/main" id="{34979C0B-82D6-4368-9B5F-0B79FABEE7E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2203D80-2A77-FF40-B2F3-C1B60766027B}" type="datetime3">
              <a:t>31 March 2024</a:t>
            </a:fld>
            <a:endParaRPr/>
          </a:p>
        </p:txBody>
      </p:sp>
      <p:sp>
        <p:nvSpPr>
          <p:cNvPr id="5" name="Footer Placeholder 4">
            <a:extLst xmlns:a="http://schemas.openxmlformats.org/drawingml/2006/main">
              <a:ext uri="{FF2B5EF4-FFF2-40B4-BE49-F238E27FC236}">
                <a16:creationId xmlns:a16="http://schemas.microsoft.com/office/drawing/2014/main" id="{99BE0BBA-576F-4B37-84EE-5826F31AD3E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14" name="Oval 13">
            <a:extLst xmlns:a="http://schemas.openxmlformats.org/drawingml/2006/main">
              <a:ext uri="{FF2B5EF4-FFF2-40B4-BE49-F238E27FC236}">
                <a16:creationId xmlns:a16="http://schemas.microsoft.com/office/drawing/2014/main" id="{3358F1D4-800B-8791-DFC5-8A5607735CCD}"/>
              </a:ext>
            </a:extLst>
          </p:cNvPr>
          <p:cNvSpPr>
            <a:spLocks xmlns:a="http://schemas.openxmlformats.org/drawingml/2006/main" noGrp="1"/>
          </p:cNvSpPr>
          <p:nvPr/>
        </p:nvSpPr>
        <p:spPr>
          <a:xfrm xmlns:a="http://schemas.openxmlformats.org/drawingml/2006/main" rot="0" flipH="0" flipV="0">
            <a:off x="11508226" y="243069"/>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Oval 11">
            <a:extLst xmlns:a="http://schemas.openxmlformats.org/drawingml/2006/main">
              <a:ext uri="{FF2B5EF4-FFF2-40B4-BE49-F238E27FC236}">
                <a16:creationId xmlns:a16="http://schemas.microsoft.com/office/drawing/2014/main" id="{B20D358D-A251-F06A-7DC9-D456AA169459}"/>
              </a:ext>
            </a:extLst>
          </p:cNvPr>
          <p:cNvSpPr>
            <a:spLocks xmlns:a="http://schemas.openxmlformats.org/drawingml/2006/main" noGrp="1"/>
          </p:cNvSpPr>
          <p:nvPr/>
        </p:nvSpPr>
        <p:spPr>
          <a:xfrm xmlns:a="http://schemas.openxmlformats.org/drawingml/2006/main" rot="0" flipH="0" flipV="0">
            <a:off x="11657641" y="392484"/>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Rounded Rectangle 22">
            <a:extLst xmlns:a="http://schemas.openxmlformats.org/drawingml/2006/main">
              <a:ext uri="{FF2B5EF4-FFF2-40B4-BE49-F238E27FC236}">
                <a16:creationId xmlns:a16="http://schemas.microsoft.com/office/drawing/2014/main" id="{2DB618A9-33C1-376A-428B-F9CC7F7D80AF}"/>
              </a:ext>
            </a:extLst>
          </p:cNvPr>
          <p:cNvSpPr>
            <a:spLocks xmlns:a="http://schemas.openxmlformats.org/drawingml/2006/main" noGrp="1"/>
          </p:cNvSpPr>
          <p:nvPr/>
        </p:nvSpPr>
        <p:spPr>
          <a:xfrm xmlns:a="http://schemas.openxmlformats.org/drawingml/2006/main" rot="0" flipH="0" flipV="0">
            <a:off x="4479985" y="195532"/>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Rounded Rectangle 21">
            <a:extLst xmlns:a="http://schemas.openxmlformats.org/drawingml/2006/main">
              <a:ext uri="{FF2B5EF4-FFF2-40B4-BE49-F238E27FC236}">
                <a16:creationId xmlns:a16="http://schemas.microsoft.com/office/drawing/2014/main" id="{CB65CCD6-D2F8-CF1A-F92C-147178B9AE40}"/>
              </a:ext>
            </a:extLst>
          </p:cNvPr>
          <p:cNvSpPr>
            <a:spLocks xmlns:a="http://schemas.openxmlformats.org/drawingml/2006/main" noGrp="1"/>
          </p:cNvSpPr>
          <p:nvPr/>
        </p:nvSpPr>
        <p:spPr>
          <a:xfrm xmlns:a="http://schemas.openxmlformats.org/drawingml/2006/main" rot="0" flipH="0" flipV="0">
            <a:off x="4538308" y="247555"/>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8" name="Picture 17">
            <a:extLst xmlns:a="http://schemas.openxmlformats.org/drawingml/2006/main">
              <a:ext uri="{FF2B5EF4-FFF2-40B4-BE49-F238E27FC236}">
                <a16:creationId xmlns:a16="http://schemas.microsoft.com/office/drawing/2014/main" id="{A011819F-97CE-4A5A-AF65-92421C5B95A1}"/>
              </a:ext>
            </a:extLst>
          </p:cNvPr>
          <p:cNvPicPr>
            <a:picLocks xmlns:a="http://schemas.openxmlformats.org/drawingml/2006/main" noChangeAspect="1"/>
          </p:cNvPicPr>
          <p:nvPr/>
        </p:nvPicPr>
        <p:blipFill>
          <a:blip xmlns:r="http://schemas.openxmlformats.org/officeDocument/2006/relationships" xmlns:a="http://schemas.openxmlformats.org/drawingml/2006/main" r:embed="Rb55361d5478a4ba6"/>
          <a:stretch xmlns:a="http://schemas.openxmlformats.org/drawingml/2006/main">
            <a:fillRect l="0" t="0" r="0" b="0"/>
          </a:stretch>
        </p:blipFill>
        <p:spPr>
          <a:xfrm xmlns:a="http://schemas.openxmlformats.org/drawingml/2006/main" rot="0" flipH="0" flipV="0">
            <a:off x="6290964" y="131938"/>
            <a:ext cx="775538" cy="768394"/>
          </a:xfrm>
          <a:prstGeom xmlns:a="http://schemas.openxmlformats.org/drawingml/2006/main" prst="rect">
            <a:avLst/>
          </a:prstGeom>
        </p:spPr>
      </p:pic>
      <p:pic>
        <p:nvPicPr>
          <p:cNvPr id="20" name="Picture 19">
            <a:extLst xmlns:a="http://schemas.openxmlformats.org/drawingml/2006/main">
              <a:ext uri="{FF2B5EF4-FFF2-40B4-BE49-F238E27FC236}">
                <a16:creationId xmlns:a16="http://schemas.microsoft.com/office/drawing/2014/main" id="{749D27E2-7AC7-4FA7-9908-C9068399720C}"/>
              </a:ext>
            </a:extLst>
          </p:cNvPr>
          <p:cNvPicPr>
            <a:picLocks xmlns:a="http://schemas.openxmlformats.org/drawingml/2006/main" noChangeAspect="1"/>
          </p:cNvPicPr>
          <p:nvPr/>
        </p:nvPicPr>
        <p:blipFill>
          <a:blip xmlns:r="http://schemas.openxmlformats.org/officeDocument/2006/relationships" xmlns:a="http://schemas.openxmlformats.org/drawingml/2006/main" r:embed="R9c5e1033230b4b46"/>
          <a:stretch xmlns:a="http://schemas.openxmlformats.org/drawingml/2006/main">
            <a:fillRect l="0" t="0" r="0" b="0"/>
          </a:stretch>
        </p:blipFill>
        <p:spPr>
          <a:xfrm xmlns:a="http://schemas.openxmlformats.org/drawingml/2006/main" rot="0" flipH="0" flipV="0">
            <a:off x="5125498" y="155628"/>
            <a:ext cx="871676" cy="721013"/>
          </a:xfrm>
          <a:prstGeom xmlns:a="http://schemas.openxmlformats.org/drawingml/2006/main" prst="rect">
            <a:avLst/>
          </a:prstGeom>
        </p:spPr>
      </p:pic>
      <p:sp>
        <p:nvSpPr>
          <p:cNvPr id="49" name="Text Placeholder 48">
            <a:extLst xmlns:a="http://schemas.openxmlformats.org/drawingml/2006/main">
              <a:ext uri="{FF2B5EF4-FFF2-40B4-BE49-F238E27FC236}">
                <a16:creationId xmlns:a16="http://schemas.microsoft.com/office/drawing/2014/main" id="{269B9A8A-4866-4619-F199-78B53536095A}"/>
              </a:ext>
            </a:extLst>
          </p:cNvPr>
          <p:cNvSpPr>
            <a:spLocks xmlns:a="http://schemas.openxmlformats.org/drawingml/2006/main" noGrp="1"/>
          </p:cNvSpPr>
          <p:nvPr>
            <p:ph type="body" idx="14" hasCustomPrompt="1"/>
          </p:nvPr>
        </p:nvSpPr>
        <p:spPr>
          <a:xfrm xmlns:a="http://schemas.openxmlformats.org/drawingml/2006/main">
            <a:off x="1524000" y="5542055"/>
            <a:ext cx="9144000" cy="519113"/>
          </a:xfrm>
        </p:spPr>
        <p:txBody>
          <a:bodyPr xmlns:a="http://schemas.openxmlformats.org/drawingml/2006/main" anchor="ctr">
            <a:normAutofit/>
          </a:bodyPr>
          <a:lstStyle xmlns:a="http://schemas.openxmlformats.org/drawingml/2006/main">
            <a:lvl1pPr marL="0" indent="0" algn="ctr">
              <a:buNone/>
              <a:defRPr sz="1800" i="1"/>
            </a:lvl1pPr>
          </a:lstStyle>
          <a:p xmlns:a="http://schemas.openxmlformats.org/drawingml/2006/main">
            <a:pPr lvl="0">
              <a:buNone/>
            </a:pPr>
            <a:r>
              <a:t>Địa điểm, Ngày Tháng Năm</a:t>
            </a:r>
          </a:p>
        </p:txBody>
      </p:sp>
      <p:sp>
        <p:nvSpPr>
          <p:cNvPr id="51" name="Text Placeholder 50">
            <a:extLst xmlns:a="http://schemas.openxmlformats.org/drawingml/2006/main">
              <a:ext uri="{FF2B5EF4-FFF2-40B4-BE49-F238E27FC236}">
                <a16:creationId xmlns:a16="http://schemas.microsoft.com/office/drawing/2014/main" id="{2A9389A2-74BD-31C8-FDCD-6A93E9D759B8}"/>
              </a:ext>
            </a:extLst>
          </p:cNvPr>
          <p:cNvSpPr>
            <a:spLocks xmlns:a="http://schemas.openxmlformats.org/drawingml/2006/main" noGrp="1"/>
          </p:cNvSpPr>
          <p:nvPr>
            <p:ph type="body" idx="15" hasCustomPrompt="1"/>
          </p:nvPr>
        </p:nvSpPr>
        <p:spPr>
          <a:xfrm xmlns:a="http://schemas.openxmlformats.org/drawingml/2006/main">
            <a:off x="3730283" y="1550070"/>
            <a:ext cx="2365717" cy="381000"/>
          </a:xfrm>
          <a:prstGeom xmlns:a="http://schemas.openxmlformats.org/drawingml/2006/main" prst="roundRect">
            <a:avLst>
              <a:gd name="adj" fmla="val 8146"/>
            </a:avLst>
          </a:prstGeom>
          <a:gradFill xmlns:a="http://schemas.openxmlformats.org/drawingml/2006/main" flip="none" rotWithShape="1">
            <a:gsLst>
              <a:gs pos="100000">
                <a:schemeClr val="accent3">
                  <a:lumMod val="75000"/>
                </a:schemeClr>
              </a:gs>
              <a:gs pos="0">
                <a:schemeClr val="accent4">
                  <a:lumMod val="75000"/>
                </a:schemeClr>
              </a:gs>
            </a:gsLst>
            <a:lin ang="2700000" scaled="1"/>
            <a:tileRect/>
          </a:gradFill>
          <a:effectLst xmlns:a="http://schemas.openxmlformats.org/drawingml/2006/main">
            <a:innerShdw blurRad="127000">
              <a:schemeClr val="bg1">
                <a:alpha val="80000"/>
              </a:schemeClr>
            </a:innerShdw>
          </a:effectLst>
        </p:spPr>
        <p:txBody>
          <a:bodyPr xmlns:a="http://schemas.openxmlformats.org/drawingml/2006/main" vert="horz" lIns="91440" tIns="45720" rIns="91440" bIns="45720" anchor="ctr">
            <a:noAutofit/>
          </a:bodyPr>
          <a:lstStyle xmlns:a="http://schemas.openxmlformats.org/drawingml/2006/main">
            <a:lvl1pPr>
              <a:buNone/>
              <a:defRPr sz="1600" b="1">
                <a:solidFill>
                  <a:schemeClr val="bg1"/>
                </a:solidFill>
              </a:defRPr>
            </a:lvl1pPr>
          </a:lstStyle>
          <a:p xmlns:a="http://schemas.openxmlformats.org/drawingml/2006/main">
            <a:pPr marL="0" lvl="0" indent="0">
              <a:buNone/>
            </a:pPr>
            <a:r>
              <a:t>Loại trình bày</a:t>
            </a:r>
          </a:p>
        </p:txBody>
      </p:sp>
      <p:sp>
        <p:nvSpPr>
          <p:cNvPr id="52" name="Text Placeholder 50">
            <a:extLst xmlns:a="http://schemas.openxmlformats.org/drawingml/2006/main">
              <a:ext uri="{FF2B5EF4-FFF2-40B4-BE49-F238E27FC236}">
                <a16:creationId xmlns:a16="http://schemas.microsoft.com/office/drawing/2014/main" id="{11F19A4B-2FBF-1F37-52BA-2EEAE4CA8E78}"/>
              </a:ext>
            </a:extLst>
          </p:cNvPr>
          <p:cNvSpPr>
            <a:spLocks xmlns:a="http://schemas.openxmlformats.org/drawingml/2006/main" noGrp="1"/>
          </p:cNvSpPr>
          <p:nvPr>
            <p:ph type="body" idx="16" hasCustomPrompt="1"/>
          </p:nvPr>
        </p:nvSpPr>
        <p:spPr>
          <a:xfrm xmlns:a="http://schemas.openxmlformats.org/drawingml/2006/main">
            <a:off x="6096000" y="4309683"/>
            <a:ext cx="3388242" cy="381000"/>
          </a:xfrm>
          <a:prstGeom xmlns:a="http://schemas.openxmlformats.org/drawingml/2006/main" prst="roundRect">
            <a:avLst>
              <a:gd name="adj" fmla="val 8146"/>
            </a:avLst>
          </a:prstGeom>
          <a:gradFill xmlns:a="http://schemas.openxmlformats.org/drawingml/2006/main" flip="none" rotWithShape="1">
            <a:gsLst>
              <a:gs pos="100000">
                <a:schemeClr val="accent3">
                  <a:lumMod val="75000"/>
                </a:schemeClr>
              </a:gs>
              <a:gs pos="0">
                <a:schemeClr val="accent4">
                  <a:lumMod val="75000"/>
                </a:schemeClr>
              </a:gs>
            </a:gsLst>
            <a:lin ang="2700000" scaled="1"/>
            <a:tileRect/>
          </a:gradFill>
          <a:effectLst xmlns:a="http://schemas.openxmlformats.org/drawingml/2006/main">
            <a:innerShdw blurRad="127000">
              <a:schemeClr val="bg1">
                <a:alpha val="80000"/>
              </a:schemeClr>
            </a:innerShdw>
          </a:effectLst>
        </p:spPr>
        <p:txBody>
          <a:bodyPr xmlns:a="http://schemas.openxmlformats.org/drawingml/2006/main" vert="horz" lIns="91440" tIns="45720" rIns="91440" bIns="45720" anchor="ctr">
            <a:noAutofit/>
          </a:bodyPr>
          <a:lstStyle xmlns:a="http://schemas.openxmlformats.org/drawingml/2006/main">
            <a:lvl1pPr>
              <a:buNone/>
              <a:defRPr sz="1600" b="1">
                <a:solidFill>
                  <a:schemeClr val="bg1"/>
                </a:solidFill>
              </a:defRPr>
            </a:lvl1pPr>
          </a:lstStyle>
          <a:p xmlns:a="http://schemas.openxmlformats.org/drawingml/2006/main">
            <a:pPr marL="0" lvl="0" indent="0">
              <a:buNone/>
            </a:pPr>
            <a:r>
              <a:t>Trình bày: …</a:t>
            </a:r>
          </a:p>
        </p:txBody>
      </p:sp>
      <p:sp>
        <p:nvSpPr>
          <p:cNvPr id="6" name="Slide Number Placeholder 5">
            <a:extLst xmlns:a="http://schemas.openxmlformats.org/drawingml/2006/main">
              <a:ext uri="{FF2B5EF4-FFF2-40B4-BE49-F238E27FC236}">
                <a16:creationId xmlns:a16="http://schemas.microsoft.com/office/drawing/2014/main" id="{DE8DE8B3-D7D6-4EC4-AFEA-D7AC590061CB}"/>
              </a:ext>
            </a:extLst>
          </p:cNvPr>
          <p:cNvSpPr>
            <a:spLocks xmlns:a="http://schemas.openxmlformats.org/drawingml/2006/main" noGrp="1"/>
          </p:cNvSpPr>
          <p:nvPr>
            <p:ph type="sldNum" idx="12"/>
          </p:nvPr>
        </p:nvSpPr>
        <p:spPr>
          <a:xfrm xmlns:a="http://schemas.openxmlformats.org/drawingml/2006/main">
            <a:off x="10409692" y="333573"/>
            <a:ext cx="2743200" cy="365125"/>
          </a:xfrm>
        </p:spPr>
        <p:txBody>
          <a:bodyPr xmlns:a="http://schemas.openxmlformats.org/drawingml/2006/main"/>
          <a:lstStyle xmlns:a="http://schemas.openxmlformats.org/drawingml/2006/main">
            <a:lvl1pPr algn="ctr">
              <a:buNone/>
              <a:defRPr b="1">
                <a:solidFill>
                  <a:schemeClr val="bg1"/>
                </a:solidFill>
              </a:defRPr>
            </a:lvl1pPr>
          </a:lstStyle>
          <a:p xmlns:a="http://schemas.openxmlformats.org/drawingml/2006/main">
            <a:fld id="{48F63A3B-78C7-47BE-AE5E-E10140E04643}" type="slidenum">
              <a:t>‹#›</a:t>
            </a:fld>
            <a:endParaRPr/>
          </a:p>
        </p:txBody>
      </p:sp>
      <p:sp>
        <p:nvSpPr>
          <p:cNvPr id="53" name="Freeform 52">
            <a:extLst xmlns:a="http://schemas.openxmlformats.org/drawingml/2006/main">
              <a:ext uri="{FF2B5EF4-FFF2-40B4-BE49-F238E27FC236}">
                <a16:creationId xmlns:a16="http://schemas.microsoft.com/office/drawing/2014/main" id="{19DDC379-1E06-2848-14F1-C16A9CCE4619}"/>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sldLayout>
</file>

<file path=ppt/slideLayouts/slideLayout2.xml><?xml version="1.0" encoding="utf-8"?>
<p:sldLayout xmlns:p="http://schemas.openxmlformats.org/presentationml/2006/main" preserve="1" userDrawn="1">
  <p:cSld name="Section Header">
    <p:spTree>
      <p:nvGrpSpPr>
        <p:cNvPr id="1" name=""/>
        <p:cNvGrpSpPr/>
        <p:nvPr/>
      </p:nvGrpSpPr>
      <p:grpSpPr>
        <a:xfrm xmlns:a="http://schemas.openxmlformats.org/drawingml/2006/main"/>
      </p:grpSpPr>
      <p:sp>
        <p:nvSpPr>
          <p:cNvPr id="4" name="Date Placeholder 3">
            <a:extLst xmlns:a="http://schemas.openxmlformats.org/drawingml/2006/main">
              <a:ext uri="{FF2B5EF4-FFF2-40B4-BE49-F238E27FC236}">
                <a16:creationId xmlns:a16="http://schemas.microsoft.com/office/drawing/2014/main" id="{0E2F2FE3-3ADB-4AF5-BA68-5B6DF360AEB1}"/>
              </a:ext>
            </a:extLst>
          </p:cNvPr>
          <p:cNvSpPr>
            <a:spLocks xmlns:a="http://schemas.openxmlformats.org/drawingml/2006/main" noGrp="1"/>
          </p:cNvSpPr>
          <p:nvPr>
            <p:ph type="dt" idx="10"/>
          </p:nvPr>
        </p:nvSpPr>
        <p:spPr>
          <a:xfrm xmlns:a="http://schemas.openxmlformats.org/drawingml/2006/main">
            <a:off x="4236403" y="6356350"/>
            <a:ext cx="2743200" cy="365125"/>
          </a:xfrm>
        </p:spPr>
        <p:txBody>
          <a:bodyPr xmlns:a="http://schemas.openxmlformats.org/drawingml/2006/main"/>
          <a:lstStyle xmlns:a="http://schemas.openxmlformats.org/drawingml/2006/main"/>
          <a:p xmlns:a="http://schemas.openxmlformats.org/drawingml/2006/main">
            <a:fld id="{ACF17CAC-8297-FC4A-82FA-F61255D7A70E}" type="datetime3">
              <a:t>31 March 2024</a:t>
            </a:fld>
            <a:endParaRPr/>
          </a:p>
        </p:txBody>
      </p:sp>
      <p:sp>
        <p:nvSpPr>
          <p:cNvPr id="5" name="Footer Placeholder 4">
            <a:extLst xmlns:a="http://schemas.openxmlformats.org/drawingml/2006/main">
              <a:ext uri="{FF2B5EF4-FFF2-40B4-BE49-F238E27FC236}">
                <a16:creationId xmlns:a16="http://schemas.microsoft.com/office/drawing/2014/main" id="{621C41E2-D52B-4E46-ABBB-FA236067272F}"/>
              </a:ext>
            </a:extLst>
          </p:cNvPr>
          <p:cNvSpPr>
            <a:spLocks xmlns:a="http://schemas.openxmlformats.org/drawingml/2006/main" noGrp="1"/>
          </p:cNvSpPr>
          <p:nvPr>
            <p:ph type="ftr" idx="11"/>
          </p:nvPr>
        </p:nvSpPr>
        <p:spPr>
          <a:xfrm xmlns:a="http://schemas.openxmlformats.org/drawingml/2006/main">
            <a:off x="7232650" y="6356350"/>
            <a:ext cx="4114800" cy="365125"/>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7" name="Rectangle 6">
            <a:extLst xmlns:a="http://schemas.openxmlformats.org/drawingml/2006/main">
              <a:ext uri="{FF2B5EF4-FFF2-40B4-BE49-F238E27FC236}">
                <a16:creationId xmlns:a16="http://schemas.microsoft.com/office/drawing/2014/main" id="{E742C0F1-5644-4389-360B-5397956CD38A}"/>
              </a:ext>
            </a:extLst>
          </p:cNvPr>
          <p:cNvSpPr>
            <a:spLocks xmlns:a="http://schemas.openxmlformats.org/drawingml/2006/main" noGrp="1"/>
          </p:cNvSpPr>
          <p:nvPr/>
        </p:nvSpPr>
        <p:spPr>
          <a:xfrm xmlns:a="http://schemas.openxmlformats.org/drawingml/2006/main">
            <a:off x="-24143" y="0"/>
            <a:ext cx="4056393" cy="6858000"/>
          </a:xfrm>
          <a:prstGeom xmlns:a="http://schemas.openxmlformats.org/drawingml/2006/main" prst="rect">
            <a:avLst/>
          </a:prstGeom>
          <a:gradFill xmlns:a="http://schemas.openxmlformats.org/drawingml/2006/main">
            <a:gsLst>
              <a:gs pos="0">
                <a:srgbClr val="38EF7D"/>
              </a:gs>
              <a:gs pos="100000">
                <a:srgbClr val="11998E"/>
              </a:gs>
            </a:gsLst>
            <a:lin ang="5400000" scaled="1"/>
          </a:gradFill>
          <a:ln xmlns:a="http://schemas.openxmlformats.org/drawingml/2006/main">
            <a:noFill/>
          </a:ln>
          <a:effectLst xmlns:a="http://schemas.openxmlformats.org/drawingml/2006/main">
            <a:outerShdw blurRad="50800" dist="38100" algn="l"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471B0644-6BE5-3A17-CB9E-03CC0ADBCAC3}"/>
              </a:ext>
            </a:extLst>
          </p:cNvPr>
          <p:cNvSpPr>
            <a:spLocks xmlns:a="http://schemas.openxmlformats.org/drawingml/2006/main" noGrp="1"/>
          </p:cNvSpPr>
          <p:nvPr/>
        </p:nvSpPr>
        <p:spPr>
          <a:xfrm xmlns:a="http://schemas.openxmlformats.org/drawingml/2006/main" flipV="1">
            <a:off x="-31247" y="0"/>
            <a:ext cx="1804783" cy="6858000"/>
          </a:xfrm>
          <a:prstGeom xmlns:a="http://schemas.openxmlformats.org/drawingml/2006/main" prst="rect">
            <a:avLst/>
          </a:prstGeom>
          <a:blipFill xmlns:a="http://schemas.openxmlformats.org/drawingml/2006/main">
            <a:blip xmlns:r="http://schemas.openxmlformats.org/officeDocument/2006/relationships" r:embed="R3ce8757eabc04f31"/>
            <a:stretch>
              <a:fillRect l="0" t="0"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61CABA6-14B3-43D2-ED89-BD749E5AF92A}"/>
              </a:ext>
            </a:extLst>
          </p:cNvPr>
          <p:cNvSpPr>
            <a:spLocks xmlns:a="http://schemas.openxmlformats.org/drawingml/2006/main" noGrp="1"/>
          </p:cNvSpPr>
          <p:nvPr/>
        </p:nvSpPr>
        <p:spPr>
          <a:xfrm xmlns:a="http://schemas.openxmlformats.org/drawingml/2006/main" rot="16200000">
            <a:off x="-1800908" y="4465666"/>
            <a:ext cx="4173065" cy="338554"/>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3" name="Rounded Rectangle 12">
            <a:extLst xmlns:a="http://schemas.openxmlformats.org/drawingml/2006/main">
              <a:ext uri="{FF2B5EF4-FFF2-40B4-BE49-F238E27FC236}">
                <a16:creationId xmlns:a16="http://schemas.microsoft.com/office/drawing/2014/main" id="{55D6C41E-6B27-7E5A-648B-DD401B12DFC5}"/>
              </a:ext>
            </a:extLst>
          </p:cNvPr>
          <p:cNvSpPr>
            <a:spLocks xmlns:a="http://schemas.openxmlformats.org/drawingml/2006/main" noGrp="1"/>
          </p:cNvSpPr>
          <p:nvPr/>
        </p:nvSpPr>
        <p:spPr>
          <a:xfrm xmlns:a="http://schemas.openxmlformats.org/drawingml/2006/main" rot="0" flipH="0" flipV="0">
            <a:off x="4479985" y="195532"/>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ounded Rectangle 13">
            <a:extLst xmlns:a="http://schemas.openxmlformats.org/drawingml/2006/main">
              <a:ext uri="{FF2B5EF4-FFF2-40B4-BE49-F238E27FC236}">
                <a16:creationId xmlns:a16="http://schemas.microsoft.com/office/drawing/2014/main" id="{B567EB7E-D89E-FE6D-1F1D-A9C48547288A}"/>
              </a:ext>
            </a:extLst>
          </p:cNvPr>
          <p:cNvSpPr>
            <a:spLocks xmlns:a="http://schemas.openxmlformats.org/drawingml/2006/main" noGrp="1"/>
          </p:cNvSpPr>
          <p:nvPr/>
        </p:nvSpPr>
        <p:spPr>
          <a:xfrm xmlns:a="http://schemas.openxmlformats.org/drawingml/2006/main" rot="0" flipH="0" flipV="0">
            <a:off x="4538308" y="247555"/>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5" name="Picture 14">
            <a:extLst xmlns:a="http://schemas.openxmlformats.org/drawingml/2006/main">
              <a:ext uri="{FF2B5EF4-FFF2-40B4-BE49-F238E27FC236}">
                <a16:creationId xmlns:a16="http://schemas.microsoft.com/office/drawing/2014/main" id="{BA5E86B3-0245-4819-B410-03F40B8ADA55}"/>
              </a:ext>
            </a:extLst>
          </p:cNvPr>
          <p:cNvPicPr>
            <a:picLocks xmlns:a="http://schemas.openxmlformats.org/drawingml/2006/main" noChangeAspect="1"/>
          </p:cNvPicPr>
          <p:nvPr/>
        </p:nvPicPr>
        <p:blipFill>
          <a:blip xmlns:r="http://schemas.openxmlformats.org/officeDocument/2006/relationships" xmlns:a="http://schemas.openxmlformats.org/drawingml/2006/main" r:embed="R6c9a77a3a4c24a06"/>
          <a:stretch xmlns:a="http://schemas.openxmlformats.org/drawingml/2006/main">
            <a:fillRect l="0" t="0" r="0" b="0"/>
          </a:stretch>
        </p:blipFill>
        <p:spPr>
          <a:xfrm xmlns:a="http://schemas.openxmlformats.org/drawingml/2006/main" rot="0" flipH="0" flipV="0">
            <a:off x="6290964" y="131938"/>
            <a:ext cx="775538" cy="768394"/>
          </a:xfrm>
          <a:prstGeom xmlns:a="http://schemas.openxmlformats.org/drawingml/2006/main" prst="rect">
            <a:avLst/>
          </a:prstGeom>
        </p:spPr>
      </p:pic>
      <p:pic>
        <p:nvPicPr>
          <p:cNvPr id="16" name="Picture 15">
            <a:extLst xmlns:a="http://schemas.openxmlformats.org/drawingml/2006/main">
              <a:ext uri="{FF2B5EF4-FFF2-40B4-BE49-F238E27FC236}">
                <a16:creationId xmlns:a16="http://schemas.microsoft.com/office/drawing/2014/main" id="{BC86E943-EDFA-404F-B18E-C905B87ED0B8}"/>
              </a:ext>
            </a:extLst>
          </p:cNvPr>
          <p:cNvPicPr>
            <a:picLocks xmlns:a="http://schemas.openxmlformats.org/drawingml/2006/main" noChangeAspect="1"/>
          </p:cNvPicPr>
          <p:nvPr/>
        </p:nvPicPr>
        <p:blipFill>
          <a:blip xmlns:r="http://schemas.openxmlformats.org/officeDocument/2006/relationships" xmlns:a="http://schemas.openxmlformats.org/drawingml/2006/main" r:embed="R0f5759765e4b45c6"/>
          <a:stretch xmlns:a="http://schemas.openxmlformats.org/drawingml/2006/main">
            <a:fillRect l="0" t="0" r="0" b="0"/>
          </a:stretch>
        </p:blipFill>
        <p:spPr>
          <a:xfrm xmlns:a="http://schemas.openxmlformats.org/drawingml/2006/main" rot="0" flipH="0" flipV="0">
            <a:off x="5125498" y="155628"/>
            <a:ext cx="871676" cy="721013"/>
          </a:xfrm>
          <a:prstGeom xmlns:a="http://schemas.openxmlformats.org/drawingml/2006/main" prst="rect">
            <a:avLst/>
          </a:prstGeom>
        </p:spPr>
      </p:pic>
      <p:sp>
        <p:nvSpPr>
          <p:cNvPr id="19" name="Oval 18">
            <a:extLst xmlns:a="http://schemas.openxmlformats.org/drawingml/2006/main">
              <a:ext uri="{FF2B5EF4-FFF2-40B4-BE49-F238E27FC236}">
                <a16:creationId xmlns:a16="http://schemas.microsoft.com/office/drawing/2014/main" id="{19120F02-27FC-FEC5-707D-FDA64409C1B6}"/>
              </a:ext>
            </a:extLst>
          </p:cNvPr>
          <p:cNvSpPr>
            <a:spLocks xmlns:a="http://schemas.openxmlformats.org/drawingml/2006/main" noGrp="1"/>
          </p:cNvSpPr>
          <p:nvPr/>
        </p:nvSpPr>
        <p:spPr>
          <a:xfrm xmlns:a="http://schemas.openxmlformats.org/drawingml/2006/main" rot="0" flipH="0" flipV="0">
            <a:off x="11508226" y="243069"/>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Oval 19">
            <a:extLst xmlns:a="http://schemas.openxmlformats.org/drawingml/2006/main">
              <a:ext uri="{FF2B5EF4-FFF2-40B4-BE49-F238E27FC236}">
                <a16:creationId xmlns:a16="http://schemas.microsoft.com/office/drawing/2014/main" id="{73BF5235-1626-C61A-115C-C67CC9015074}"/>
              </a:ext>
            </a:extLst>
          </p:cNvPr>
          <p:cNvSpPr>
            <a:spLocks xmlns:a="http://schemas.openxmlformats.org/drawingml/2006/main" noGrp="1"/>
          </p:cNvSpPr>
          <p:nvPr/>
        </p:nvSpPr>
        <p:spPr>
          <a:xfrm xmlns:a="http://schemas.openxmlformats.org/drawingml/2006/main" rot="0" flipH="0" flipV="0">
            <a:off x="11657641" y="392484"/>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Slide Number Placeholder 5">
            <a:extLst xmlns:a="http://schemas.openxmlformats.org/drawingml/2006/main">
              <a:ext uri="{FF2B5EF4-FFF2-40B4-BE49-F238E27FC236}">
                <a16:creationId xmlns:a16="http://schemas.microsoft.com/office/drawing/2014/main" id="{A84888FC-A000-4CFE-AE5C-B59432E7CE96}"/>
              </a:ext>
            </a:extLst>
          </p:cNvPr>
          <p:cNvSpPr>
            <a:spLocks xmlns:a="http://schemas.openxmlformats.org/drawingml/2006/main" noGrp="1"/>
          </p:cNvSpPr>
          <p:nvPr>
            <p:ph type="sldNum" idx="12"/>
          </p:nvPr>
        </p:nvSpPr>
        <p:spPr>
          <a:xfrm xmlns:a="http://schemas.openxmlformats.org/drawingml/2006/main">
            <a:off x="10409692" y="332284"/>
            <a:ext cx="2743200" cy="365125"/>
          </a:xfrm>
        </p:spPr>
        <p:txBody>
          <a:bodyPr xmlns:a="http://schemas.openxmlformats.org/drawingml/2006/main"/>
          <a:lstStyle xmlns:a="http://schemas.openxmlformats.org/drawingml/2006/main">
            <a:lvl1pPr algn="ctr">
              <a:buNone/>
              <a:defRPr>
                <a:solidFill>
                  <a:schemeClr val="bg1"/>
                </a:solidFill>
              </a:defRPr>
            </a:lvl1pPr>
          </a:lstStyle>
          <a:p xmlns:a="http://schemas.openxmlformats.org/drawingml/2006/main">
            <a:fld id="{48F63A3B-78C7-47BE-AE5E-E10140E04643}" type="slidenum">
              <a:t>‹#›</a:t>
            </a:fld>
            <a:endParaRPr/>
          </a:p>
        </p:txBody>
      </p:sp>
      <p:sp>
        <p:nvSpPr>
          <p:cNvPr id="22" name="Rounded Rectangle 21">
            <a:extLst xmlns:a="http://schemas.openxmlformats.org/drawingml/2006/main">
              <a:ext uri="{FF2B5EF4-FFF2-40B4-BE49-F238E27FC236}">
                <a16:creationId xmlns:a16="http://schemas.microsoft.com/office/drawing/2014/main" id="{AA5FA796-6DE2-7146-15EE-C9B175F7F587}"/>
              </a:ext>
            </a:extLst>
          </p:cNvPr>
          <p:cNvSpPr>
            <a:spLocks xmlns:a="http://schemas.openxmlformats.org/drawingml/2006/main" noGrp="1"/>
          </p:cNvSpPr>
          <p:nvPr/>
        </p:nvSpPr>
        <p:spPr>
          <a:xfrm xmlns:a="http://schemas.openxmlformats.org/drawingml/2006/main">
            <a:off x="1136821" y="1450428"/>
            <a:ext cx="10210628" cy="4289654"/>
          </a:xfrm>
          <a:prstGeom xmlns:a="http://schemas.openxmlformats.org/drawingml/2006/main" prst="roundRect">
            <a:avLst>
              <a:gd name="adj" fmla="val 2701"/>
            </a:avLst>
          </a:prstGeom>
          <a:blipFill xmlns:a="http://schemas.openxmlformats.org/drawingml/2006/main">
            <a:blip xmlns:r="http://schemas.openxmlformats.org/officeDocument/2006/relationships" r:embed="Rdcf58a61c59444f6"/>
            <a:stretch>
              <a:fillRect l="0" t="0"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Rounded Rectangle 22">
            <a:extLst xmlns:a="http://schemas.openxmlformats.org/drawingml/2006/main">
              <a:ext uri="{FF2B5EF4-FFF2-40B4-BE49-F238E27FC236}">
                <a16:creationId xmlns:a16="http://schemas.microsoft.com/office/drawing/2014/main" id="{2388E92E-709B-64D5-4BEC-56AE8C45F3A5}"/>
              </a:ext>
            </a:extLst>
          </p:cNvPr>
          <p:cNvSpPr>
            <a:spLocks xmlns:a="http://schemas.openxmlformats.org/drawingml/2006/main" noGrp="1"/>
          </p:cNvSpPr>
          <p:nvPr/>
        </p:nvSpPr>
        <p:spPr>
          <a:xfrm xmlns:a="http://schemas.openxmlformats.org/drawingml/2006/main">
            <a:off x="1136821" y="1450428"/>
            <a:ext cx="10210628" cy="4289654"/>
          </a:xfrm>
          <a:prstGeom xmlns:a="http://schemas.openxmlformats.org/drawingml/2006/main" prst="roundRect">
            <a:avLst>
              <a:gd name="adj" fmla="val 2701"/>
            </a:avLst>
          </a:prstGeom>
          <a:gradFill xmlns:a="http://schemas.openxmlformats.org/drawingml/2006/main">
            <a:gsLst>
              <a:gs pos="0">
                <a:srgbClr val="38EF7D">
                  <a:alpha val="40000"/>
                </a:srgbClr>
              </a:gs>
              <a:gs pos="100000">
                <a:srgbClr val="11998E">
                  <a:alpha val="40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itle 1">
            <a:extLst xmlns:a="http://schemas.openxmlformats.org/drawingml/2006/main">
              <a:ext uri="{FF2B5EF4-FFF2-40B4-BE49-F238E27FC236}">
                <a16:creationId xmlns:a16="http://schemas.microsoft.com/office/drawing/2014/main" id="{D77A1CD8-394D-4AD7-9824-6BFCAD7A8418}"/>
              </a:ext>
            </a:extLst>
          </p:cNvPr>
          <p:cNvSpPr>
            <a:spLocks xmlns:a="http://schemas.openxmlformats.org/drawingml/2006/main" noGrp="1"/>
          </p:cNvSpPr>
          <p:nvPr>
            <p:ph type="title" idx="0"/>
          </p:nvPr>
        </p:nvSpPr>
        <p:spPr>
          <a:xfrm xmlns:a="http://schemas.openxmlformats.org/drawingml/2006/main">
            <a:off x="1653362" y="2425382"/>
            <a:ext cx="9177548" cy="1505953"/>
          </a:xfrm>
          <a:prstGeom xmlns:a="http://schemas.openxmlformats.org/drawingml/2006/main" prst="rect">
            <a:avLst/>
          </a:prstGeom>
          <a:noFill xmlns:a="http://schemas.openxmlformats.org/drawingml/2006/main"/>
          <a:ln xmlns:a="http://schemas.openxmlformats.org/drawingml/2006/main" w="12700">
            <a:noFill/>
          </a:ln>
        </p:spPr>
        <p:txBody>
          <a:bodyPr xmlns:a="http://schemas.openxmlformats.org/drawingml/2006/main" anchor="ctr">
            <a:normAutofit/>
          </a:bodyPr>
          <a:lstStyle xmlns:a="http://schemas.openxmlformats.org/drawingml/2006/main">
            <a:lvl1pPr>
              <a:buNone/>
              <a:defRPr sz="5400" b="1">
                <a:solidFill>
                  <a:schemeClr val="bg1"/>
                </a:solidFill>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26C31D1-D21D-496D-8CDA-5A59B1B3F544}"/>
              </a:ext>
            </a:extLst>
          </p:cNvPr>
          <p:cNvSpPr>
            <a:spLocks xmlns:a="http://schemas.openxmlformats.org/drawingml/2006/main" noGrp="1"/>
          </p:cNvSpPr>
          <p:nvPr>
            <p:ph type="body" idx="1"/>
          </p:nvPr>
        </p:nvSpPr>
        <p:spPr>
          <a:xfrm xmlns:a="http://schemas.openxmlformats.org/drawingml/2006/main">
            <a:off x="1653362" y="4108231"/>
            <a:ext cx="5564835" cy="741925"/>
          </a:xfrm>
        </p:spPr>
        <p:txBody>
          <a:bodyPr xmlns:a="http://schemas.openxmlformats.org/drawingml/2006/main"/>
          <a:lstStyle xmlns:a="http://schemas.openxmlformats.org/drawingml/2006/main">
            <a:lvl1pPr marL="0" indent="0" algn="l">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25" name="Content Placeholder 24">
            <a:extLst xmlns:a="http://schemas.openxmlformats.org/drawingml/2006/main">
              <a:ext uri="{FF2B5EF4-FFF2-40B4-BE49-F238E27FC236}">
                <a16:creationId xmlns:a16="http://schemas.microsoft.com/office/drawing/2014/main" id="{4340540A-BFD6-C001-24D2-E0A446DCF919}"/>
              </a:ext>
            </a:extLst>
          </p:cNvPr>
          <p:cNvSpPr>
            <a:spLocks xmlns:a="http://schemas.openxmlformats.org/drawingml/2006/main" noGrp="1"/>
          </p:cNvSpPr>
          <p:nvPr>
            <p:ph idx="13" hasCustomPrompt="1"/>
          </p:nvPr>
        </p:nvSpPr>
        <p:spPr>
          <a:xfrm xmlns:a="http://schemas.openxmlformats.org/drawingml/2006/main">
            <a:off x="1653362" y="561276"/>
            <a:ext cx="2052637" cy="1785937"/>
          </a:xfrm>
        </p:spPr>
        <p:txBody>
          <a:bodyPr xmlns:a="http://schemas.openxmlformats.org/drawingml/2006/main">
            <a:noAutofit/>
          </a:bodyPr>
          <a:lstStyle xmlns:a="http://schemas.openxmlformats.org/drawingml/2006/main">
            <a:lvl1pPr marL="0" indent="0">
              <a:buNone/>
              <a:defRPr sz="11500" b="1">
                <a:solidFill>
                  <a:schemeClr val="bg1">
                    <a:alpha val="65236"/>
                  </a:schemeClr>
                </a:solidFill>
                <a:effectLst>
                  <a:outerShdw blurRad="63500" algn="ctr" rotWithShape="0">
                    <a:prstClr val="black">
                      <a:alpha val="40000"/>
                    </a:prstClr>
                  </a:outerShdw>
                </a:effectLst>
              </a:defRPr>
            </a:lvl1pPr>
          </a:lstStyle>
          <a:p xmlns:a="http://schemas.openxmlformats.org/drawingml/2006/main">
            <a:pPr lvl="0">
              <a:buNone/>
            </a:pPr>
            <a:r>
              <a:t>01</a:t>
            </a:r>
          </a:p>
        </p:txBody>
      </p:sp>
      <p:sp>
        <p:nvSpPr>
          <p:cNvPr id="10" name="Freeform 9">
            <a:extLst xmlns:a="http://schemas.openxmlformats.org/drawingml/2006/main">
              <a:ext uri="{FF2B5EF4-FFF2-40B4-BE49-F238E27FC236}">
                <a16:creationId xmlns:a16="http://schemas.microsoft.com/office/drawing/2014/main" id="{3801A917-2F30-C5E0-9749-96D2AA3258C3}"/>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sldLayout>
</file>

<file path=ppt/slideLayouts/slideLayout3.xml><?xml version="1.0" encoding="utf-8"?>
<p:sldLayout xmlns:p="http://schemas.openxmlformats.org/presentationml/2006/main" type="obj" preserve="1">
  <p:cSld name="1_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AA3A289-4F77-46F7-9C1C-909364632D41}"/>
              </a:ext>
            </a:extLst>
          </p:cNvPr>
          <p:cNvSpPr>
            <a:spLocks xmlns:a="http://schemas.openxmlformats.org/drawingml/2006/main" noGrp="1"/>
          </p:cNvSpPr>
          <p:nvPr>
            <p:ph type="title" idx="0"/>
          </p:nvPr>
        </p:nvSpPr>
        <p:spPr>
          <a:xfrm xmlns:a="http://schemas.openxmlformats.org/drawingml/2006/main">
            <a:off x="606000" y="1036767"/>
            <a:ext cx="10980000" cy="890663"/>
          </a:xfrm>
        </p:spPr>
        <p:txBody>
          <a:bodyPr xmlns:a="http://schemas.openxmlformats.org/drawingml/2006/main"/>
          <a:lstStyle xmlns:a="http://schemas.openxmlformats.org/drawingml/2006/main">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0EA5A76-69EF-4127-B3BD-D747051F0D5C}"/>
              </a:ext>
            </a:extLst>
          </p:cNvPr>
          <p:cNvSpPr>
            <a:spLocks xmlns:a="http://schemas.openxmlformats.org/drawingml/2006/main" noGrp="1"/>
          </p:cNvSpPr>
          <p:nvPr>
            <p:ph idx="1"/>
          </p:nvPr>
        </p:nvSpPr>
        <p:spPr>
          <a:xfrm xmlns:a="http://schemas.openxmlformats.org/drawingml/2006/main">
            <a:off x="606000" y="2020279"/>
            <a:ext cx="10980000" cy="4156684"/>
          </a:xfrm>
        </p:spPr>
        <p:txBody>
          <a:bodyPr xmlns:a="http://schemas.openxmlformats.org/drawingml/2006/main"/>
          <a:lstStyle xmlns:a="http://schemas.openxmlformats.org/drawingml/2006/main">
            <a:lvl1pPr>
              <a:lnSpc>
                <a:spcPct val="130000"/>
              </a:lnSpc>
              <a:spcBef>
                <a:spcPts val="300"/>
              </a:spcBef>
              <a:spcAft>
                <a:spcPts val="300"/>
              </a:spcAft>
              <a:buNone/>
              <a:defRPr/>
            </a:lvl1pPr>
            <a:lvl2pPr>
              <a:lnSpc>
                <a:spcPct val="130000"/>
              </a:lnSpc>
              <a:spcBef>
                <a:spcPts val="300"/>
              </a:spcBef>
              <a:spcAft>
                <a:spcPts val="300"/>
              </a:spcAft>
              <a:buNone/>
              <a:defRPr/>
            </a:lvl2pPr>
            <a:lvl3pPr>
              <a:lnSpc>
                <a:spcPct val="130000"/>
              </a:lnSpc>
              <a:spcBef>
                <a:spcPts val="300"/>
              </a:spcBef>
              <a:spcAft>
                <a:spcPts val="300"/>
              </a:spcAft>
              <a:buNone/>
              <a:defRPr/>
            </a:lvl3pPr>
            <a:lvl4pPr>
              <a:lnSpc>
                <a:spcPct val="130000"/>
              </a:lnSpc>
              <a:spcBef>
                <a:spcPts val="300"/>
              </a:spcBef>
              <a:spcAft>
                <a:spcPts val="300"/>
              </a:spcAft>
              <a:buNone/>
              <a:defRPr/>
            </a:lvl4pPr>
            <a:lvl5pPr>
              <a:lnSpc>
                <a:spcPct val="130000"/>
              </a:lnSpc>
              <a:spcBef>
                <a:spcPts val="300"/>
              </a:spcBef>
              <a:spcAft>
                <a:spcPts val="300"/>
              </a:spcAft>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A987A9A-CC92-4AE9-B538-C809A7229BEF}"/>
              </a:ext>
            </a:extLst>
          </p:cNvPr>
          <p:cNvSpPr>
            <a:spLocks xmlns:a="http://schemas.openxmlformats.org/drawingml/2006/main" noGrp="1"/>
          </p:cNvSpPr>
          <p:nvPr>
            <p:ph type="dt" idx="10"/>
          </p:nvPr>
        </p:nvSpPr>
        <p:spPr>
          <a:xfrm xmlns:a="http://schemas.openxmlformats.org/drawingml/2006/main">
            <a:off x="1033164" y="6356350"/>
            <a:ext cx="2743200" cy="365125"/>
          </a:xfrm>
        </p:spPr>
        <p:txBody>
          <a:bodyPr xmlns:a="http://schemas.openxmlformats.org/drawingml/2006/main"/>
          <a:lstStyle xmlns:a="http://schemas.openxmlformats.org/drawingml/2006/main"/>
          <a:p xmlns:a="http://schemas.openxmlformats.org/drawingml/2006/main">
            <a:fld id="{A4B08D6D-E5AB-054C-8BBA-2EAE96362CB2}" type="datetime3">
              <a:t>31 March 2024</a:t>
            </a:fld>
            <a:endParaRPr/>
          </a:p>
        </p:txBody>
      </p:sp>
      <p:sp>
        <p:nvSpPr>
          <p:cNvPr id="5" name="Footer Placeholder 4">
            <a:extLst xmlns:a="http://schemas.openxmlformats.org/drawingml/2006/main">
              <a:ext uri="{FF2B5EF4-FFF2-40B4-BE49-F238E27FC236}">
                <a16:creationId xmlns:a16="http://schemas.microsoft.com/office/drawing/2014/main" id="{E9540F7B-506E-4939-93B9-D4A7BA24B6F3}"/>
              </a:ext>
            </a:extLst>
          </p:cNvPr>
          <p:cNvSpPr>
            <a:spLocks xmlns:a="http://schemas.openxmlformats.org/drawingml/2006/main" noGrp="1"/>
          </p:cNvSpPr>
          <p:nvPr>
            <p:ph type="ftr" idx="11"/>
          </p:nvPr>
        </p:nvSpPr>
        <p:spPr>
          <a:xfrm xmlns:a="http://schemas.openxmlformats.org/drawingml/2006/main">
            <a:off x="4233564" y="6356350"/>
            <a:ext cx="4114800" cy="365125"/>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7" name="Rectangle 6">
            <a:extLst xmlns:a="http://schemas.openxmlformats.org/drawingml/2006/main">
              <a:ext uri="{FF2B5EF4-FFF2-40B4-BE49-F238E27FC236}">
                <a16:creationId xmlns:a16="http://schemas.microsoft.com/office/drawing/2014/main" id="{107F0F65-AD9D-F4EF-651A-F8557E5CEDEF}"/>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chemeClr val="accent3">
                  <a:lumMod val="75000"/>
                </a:schemeClr>
              </a:gs>
              <a:gs pos="100000">
                <a:schemeClr val="accent4">
                  <a:lumMod val="75000"/>
                </a:schemeClr>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D6792619-8016-D1B1-D5B6-0463FC873115}"/>
              </a:ext>
            </a:extLst>
          </p:cNvPr>
          <p:cNvSpPr>
            <a:spLocks xmlns:a="http://schemas.openxmlformats.org/drawingml/2006/main" noGrp="1"/>
          </p:cNvSpPr>
          <p:nvPr/>
        </p:nvSpPr>
        <p:spPr>
          <a:xfrm xmlns:a="http://schemas.openxmlformats.org/drawingml/2006/main" rot="5400000" flipV="1">
            <a:off x="5780224" y="-5781463"/>
            <a:ext cx="631552" cy="12194479"/>
          </a:xfrm>
          <a:prstGeom xmlns:a="http://schemas.openxmlformats.org/drawingml/2006/main" prst="rect">
            <a:avLst/>
          </a:prstGeom>
          <a:blipFill xmlns:a="http://schemas.openxmlformats.org/drawingml/2006/main">
            <a:blip xmlns:r="http://schemas.openxmlformats.org/officeDocument/2006/relationships" r:embed="R26607a5a067c4271"/>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634CFDC-8819-F613-CB53-B010209F03B3}"/>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1" name="Rounded Rectangle 10">
            <a:extLst xmlns:a="http://schemas.openxmlformats.org/drawingml/2006/main">
              <a:ext uri="{FF2B5EF4-FFF2-40B4-BE49-F238E27FC236}">
                <a16:creationId xmlns:a16="http://schemas.microsoft.com/office/drawing/2014/main" id="{48D4D6A6-CC45-52A4-171D-81125CDEE0BB}"/>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ounded Rectangle 11">
            <a:extLst xmlns:a="http://schemas.openxmlformats.org/drawingml/2006/main">
              <a:ext uri="{FF2B5EF4-FFF2-40B4-BE49-F238E27FC236}">
                <a16:creationId xmlns:a16="http://schemas.microsoft.com/office/drawing/2014/main" id="{E10A2D28-A8FF-8313-ADCB-2B72C390FACF}"/>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3" name="Picture 12">
            <a:extLst xmlns:a="http://schemas.openxmlformats.org/drawingml/2006/main">
              <a:ext uri="{FF2B5EF4-FFF2-40B4-BE49-F238E27FC236}">
                <a16:creationId xmlns:a16="http://schemas.microsoft.com/office/drawing/2014/main" id="{73D64B82-0EB3-4AF3-B6C8-0DF1B7E1C334}"/>
              </a:ext>
            </a:extLst>
          </p:cNvPr>
          <p:cNvPicPr>
            <a:picLocks xmlns:a="http://schemas.openxmlformats.org/drawingml/2006/main" noChangeAspect="1"/>
          </p:cNvPicPr>
          <p:nvPr/>
        </p:nvPicPr>
        <p:blipFill>
          <a:blip xmlns:r="http://schemas.openxmlformats.org/officeDocument/2006/relationships" xmlns:a="http://schemas.openxmlformats.org/drawingml/2006/main" r:embed="R448da2c573b84e80"/>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4" name="Picture 13">
            <a:extLst xmlns:a="http://schemas.openxmlformats.org/drawingml/2006/main">
              <a:ext uri="{FF2B5EF4-FFF2-40B4-BE49-F238E27FC236}">
                <a16:creationId xmlns:a16="http://schemas.microsoft.com/office/drawing/2014/main" id="{C3ED57E9-D38A-472F-ABC1-0E472590D1D5}"/>
              </a:ext>
            </a:extLst>
          </p:cNvPr>
          <p:cNvPicPr>
            <a:picLocks xmlns:a="http://schemas.openxmlformats.org/drawingml/2006/main" noChangeAspect="1"/>
          </p:cNvPicPr>
          <p:nvPr/>
        </p:nvPicPr>
        <p:blipFill>
          <a:blip xmlns:r="http://schemas.openxmlformats.org/officeDocument/2006/relationships" xmlns:a="http://schemas.openxmlformats.org/drawingml/2006/main" r:embed="R48f3e0b1e3f04a97"/>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20" name="Oval 19">
            <a:extLst xmlns:a="http://schemas.openxmlformats.org/drawingml/2006/main">
              <a:ext uri="{FF2B5EF4-FFF2-40B4-BE49-F238E27FC236}">
                <a16:creationId xmlns:a16="http://schemas.microsoft.com/office/drawing/2014/main" id="{96836040-223F-32E9-6652-247D1B1776AC}"/>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Oval 20">
            <a:extLst xmlns:a="http://schemas.openxmlformats.org/drawingml/2006/main">
              <a:ext uri="{FF2B5EF4-FFF2-40B4-BE49-F238E27FC236}">
                <a16:creationId xmlns:a16="http://schemas.microsoft.com/office/drawing/2014/main" id="{BC7C8B3B-CA71-8CB4-C831-5785E5171D6A}"/>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Slide Number Placeholder 5">
            <a:extLst xmlns:a="http://schemas.openxmlformats.org/drawingml/2006/main">
              <a:ext uri="{FF2B5EF4-FFF2-40B4-BE49-F238E27FC236}">
                <a16:creationId xmlns:a16="http://schemas.microsoft.com/office/drawing/2014/main" id="{66B15D6B-963A-4AFA-88C9-8F934215A1CF}"/>
              </a:ext>
            </a:extLst>
          </p:cNvPr>
          <p:cNvSpPr>
            <a:spLocks xmlns:a="http://schemas.openxmlformats.org/drawingml/2006/main" noGrp="1"/>
          </p:cNvSpPr>
          <p:nvPr>
            <p:ph type="sldNum" idx="12"/>
          </p:nvPr>
        </p:nvSpPr>
        <p:spPr>
          <a:xfrm xmlns:a="http://schemas.openxmlformats.org/drawingml/2006/main">
            <a:off x="10422944" y="6356350"/>
            <a:ext cx="2743200" cy="365125"/>
          </a:xfrm>
        </p:spPr>
        <p:txBody>
          <a:bodyPr xmlns:a="http://schemas.openxmlformats.org/drawingml/2006/main"/>
          <a:lstStyle xmlns:a="http://schemas.openxmlformats.org/drawingml/2006/main">
            <a:lvl1pPr algn="ctr">
              <a:buNone/>
              <a:defRPr>
                <a:solidFill>
                  <a:schemeClr val="bg1"/>
                </a:solidFill>
              </a:defRPr>
            </a:lvl1pPr>
          </a:lstStyle>
          <a:p xmlns:a="http://schemas.openxmlformats.org/drawingml/2006/main">
            <a:fld id="{48F63A3B-78C7-47BE-AE5E-E10140E04643}" type="slidenum">
              <a:t>‹#›</a:t>
            </a:fld>
            <a:endParaRPr/>
          </a:p>
        </p:txBody>
      </p:sp>
      <p:sp>
        <p:nvSpPr>
          <p:cNvPr id="24" name="Freeform 23">
            <a:extLst xmlns:a="http://schemas.openxmlformats.org/drawingml/2006/main">
              <a:ext uri="{FF2B5EF4-FFF2-40B4-BE49-F238E27FC236}">
                <a16:creationId xmlns:a16="http://schemas.microsoft.com/office/drawing/2014/main" id="{DCEAF726-95E1-8A34-13F1-109FB98C6990}"/>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sldLayout>
</file>

<file path=ppt/slideLayouts/slideLayout4.xml><?xml version="1.0" encoding="utf-8"?>
<p:sldLayout xmlns:p="http://schemas.openxmlformats.org/presentationml/2006/main" type="obj" preserve="1">
  <p:cSld name="5_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F9775DD-AAF1-4E33-962C-B9549E7457DC}"/>
              </a:ext>
            </a:extLst>
          </p:cNvPr>
          <p:cNvSpPr>
            <a:spLocks xmlns:a="http://schemas.openxmlformats.org/drawingml/2006/main" noGrp="1"/>
          </p:cNvSpPr>
          <p:nvPr>
            <p:ph type="title" idx="0"/>
          </p:nvPr>
        </p:nvSpPr>
        <p:spPr>
          <a:xfrm xmlns:a="http://schemas.openxmlformats.org/drawingml/2006/main">
            <a:off x="606000" y="1036767"/>
            <a:ext cx="10980000" cy="890663"/>
          </a:xfrm>
        </p:spPr>
        <p:txBody>
          <a:bodyPr xmlns:a="http://schemas.openxmlformats.org/drawingml/2006/main"/>
          <a:lstStyle xmlns:a="http://schemas.openxmlformats.org/drawingml/2006/main">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9909B53-174F-46C4-A2CF-1B50A2007B24}"/>
              </a:ext>
            </a:extLst>
          </p:cNvPr>
          <p:cNvSpPr>
            <a:spLocks xmlns:a="http://schemas.openxmlformats.org/drawingml/2006/main" noGrp="1"/>
          </p:cNvSpPr>
          <p:nvPr>
            <p:ph idx="1"/>
          </p:nvPr>
        </p:nvSpPr>
        <p:spPr>
          <a:xfrm xmlns:a="http://schemas.openxmlformats.org/drawingml/2006/main">
            <a:off x="606000" y="2020279"/>
            <a:ext cx="10980000" cy="4156684"/>
          </a:xfrm>
        </p:spPr>
        <p:txBody>
          <a:bodyPr xmlns:a="http://schemas.openxmlformats.org/drawingml/2006/main"/>
          <a:lstStyle xmlns:a="http://schemas.openxmlformats.org/drawingml/2006/main">
            <a:lvl1pPr>
              <a:lnSpc>
                <a:spcPct val="130000"/>
              </a:lnSpc>
              <a:spcBef>
                <a:spcPts val="300"/>
              </a:spcBef>
              <a:spcAft>
                <a:spcPts val="300"/>
              </a:spcAft>
              <a:buNone/>
              <a:defRPr/>
            </a:lvl1pPr>
            <a:lvl2pPr>
              <a:lnSpc>
                <a:spcPct val="130000"/>
              </a:lnSpc>
              <a:spcBef>
                <a:spcPts val="300"/>
              </a:spcBef>
              <a:spcAft>
                <a:spcPts val="300"/>
              </a:spcAft>
              <a:buNone/>
              <a:defRPr/>
            </a:lvl2pPr>
            <a:lvl3pPr>
              <a:lnSpc>
                <a:spcPct val="130000"/>
              </a:lnSpc>
              <a:spcBef>
                <a:spcPts val="300"/>
              </a:spcBef>
              <a:spcAft>
                <a:spcPts val="300"/>
              </a:spcAft>
              <a:buNone/>
              <a:defRPr/>
            </a:lvl3pPr>
            <a:lvl4pPr>
              <a:lnSpc>
                <a:spcPct val="130000"/>
              </a:lnSpc>
              <a:spcBef>
                <a:spcPts val="300"/>
              </a:spcBef>
              <a:spcAft>
                <a:spcPts val="300"/>
              </a:spcAft>
              <a:buNone/>
              <a:defRPr/>
            </a:lvl4pPr>
            <a:lvl5pPr>
              <a:lnSpc>
                <a:spcPct val="130000"/>
              </a:lnSpc>
              <a:spcBef>
                <a:spcPts val="300"/>
              </a:spcBef>
              <a:spcAft>
                <a:spcPts val="300"/>
              </a:spcAft>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E92BC39-8484-4F6E-B90C-6A94418C4D3D}"/>
              </a:ext>
            </a:extLst>
          </p:cNvPr>
          <p:cNvSpPr>
            <a:spLocks xmlns:a="http://schemas.openxmlformats.org/drawingml/2006/main" noGrp="1"/>
          </p:cNvSpPr>
          <p:nvPr>
            <p:ph type="dt" idx="10"/>
          </p:nvPr>
        </p:nvSpPr>
        <p:spPr>
          <a:xfrm xmlns:a="http://schemas.openxmlformats.org/drawingml/2006/main">
            <a:off x="1033164" y="6356350"/>
            <a:ext cx="2743200" cy="365125"/>
          </a:xfrm>
        </p:spPr>
        <p:txBody>
          <a:bodyPr xmlns:a="http://schemas.openxmlformats.org/drawingml/2006/main"/>
          <a:lstStyle xmlns:a="http://schemas.openxmlformats.org/drawingml/2006/main"/>
          <a:p xmlns:a="http://schemas.openxmlformats.org/drawingml/2006/main">
            <a:fld id="{A4B08D6D-E5AB-054C-8BBA-2EAE96362CB2}" type="datetime3">
              <a:t>31 March 2024</a:t>
            </a:fld>
            <a:endParaRPr/>
          </a:p>
        </p:txBody>
      </p:sp>
      <p:sp>
        <p:nvSpPr>
          <p:cNvPr id="5" name="Footer Placeholder 4">
            <a:extLst xmlns:a="http://schemas.openxmlformats.org/drawingml/2006/main">
              <a:ext uri="{FF2B5EF4-FFF2-40B4-BE49-F238E27FC236}">
                <a16:creationId xmlns:a16="http://schemas.microsoft.com/office/drawing/2014/main" id="{5C50F186-63B1-47B0-B333-E056378358D8}"/>
              </a:ext>
            </a:extLst>
          </p:cNvPr>
          <p:cNvSpPr>
            <a:spLocks xmlns:a="http://schemas.openxmlformats.org/drawingml/2006/main" noGrp="1"/>
          </p:cNvSpPr>
          <p:nvPr>
            <p:ph type="ftr" idx="11"/>
          </p:nvPr>
        </p:nvSpPr>
        <p:spPr>
          <a:xfrm xmlns:a="http://schemas.openxmlformats.org/drawingml/2006/main">
            <a:off x="4233564" y="6356350"/>
            <a:ext cx="4114800" cy="365125"/>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7" name="Rectangle 6">
            <a:extLst xmlns:a="http://schemas.openxmlformats.org/drawingml/2006/main">
              <a:ext uri="{FF2B5EF4-FFF2-40B4-BE49-F238E27FC236}">
                <a16:creationId xmlns:a16="http://schemas.microsoft.com/office/drawing/2014/main" id="{107F0F65-AD9D-F4EF-651A-F8557E5CEDEF}"/>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chemeClr val="accent3">
                  <a:lumMod val="75000"/>
                </a:schemeClr>
              </a:gs>
              <a:gs pos="100000">
                <a:schemeClr val="accent4">
                  <a:lumMod val="75000"/>
                </a:schemeClr>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D6792619-8016-D1B1-D5B6-0463FC873115}"/>
              </a:ext>
            </a:extLst>
          </p:cNvPr>
          <p:cNvSpPr>
            <a:spLocks xmlns:a="http://schemas.openxmlformats.org/drawingml/2006/main" noGrp="1"/>
          </p:cNvSpPr>
          <p:nvPr/>
        </p:nvSpPr>
        <p:spPr>
          <a:xfrm xmlns:a="http://schemas.openxmlformats.org/drawingml/2006/main" rot="5400000" flipV="1">
            <a:off x="5780224" y="-5781463"/>
            <a:ext cx="631552" cy="12194479"/>
          </a:xfrm>
          <a:prstGeom xmlns:a="http://schemas.openxmlformats.org/drawingml/2006/main" prst="rect">
            <a:avLst/>
          </a:prstGeom>
          <a:blipFill xmlns:a="http://schemas.openxmlformats.org/drawingml/2006/main">
            <a:blip xmlns:r="http://schemas.openxmlformats.org/officeDocument/2006/relationships" r:embed="R1b4926466e06486a"/>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634CFDC-8819-F613-CB53-B010209F03B3}"/>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1" name="Rounded Rectangle 10">
            <a:extLst xmlns:a="http://schemas.openxmlformats.org/drawingml/2006/main">
              <a:ext uri="{FF2B5EF4-FFF2-40B4-BE49-F238E27FC236}">
                <a16:creationId xmlns:a16="http://schemas.microsoft.com/office/drawing/2014/main" id="{48D4D6A6-CC45-52A4-171D-81125CDEE0BB}"/>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ounded Rectangle 11">
            <a:extLst xmlns:a="http://schemas.openxmlformats.org/drawingml/2006/main">
              <a:ext uri="{FF2B5EF4-FFF2-40B4-BE49-F238E27FC236}">
                <a16:creationId xmlns:a16="http://schemas.microsoft.com/office/drawing/2014/main" id="{E10A2D28-A8FF-8313-ADCB-2B72C390FACF}"/>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3" name="Picture 12">
            <a:extLst xmlns:a="http://schemas.openxmlformats.org/drawingml/2006/main">
              <a:ext uri="{FF2B5EF4-FFF2-40B4-BE49-F238E27FC236}">
                <a16:creationId xmlns:a16="http://schemas.microsoft.com/office/drawing/2014/main" id="{2136F48F-292F-466E-9D25-E168FCD3D506}"/>
              </a:ext>
            </a:extLst>
          </p:cNvPr>
          <p:cNvPicPr>
            <a:picLocks xmlns:a="http://schemas.openxmlformats.org/drawingml/2006/main" noChangeAspect="1"/>
          </p:cNvPicPr>
          <p:nvPr/>
        </p:nvPicPr>
        <p:blipFill>
          <a:blip xmlns:r="http://schemas.openxmlformats.org/officeDocument/2006/relationships" xmlns:a="http://schemas.openxmlformats.org/drawingml/2006/main" r:embed="R4acd03c5abc04ac5"/>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4" name="Picture 13">
            <a:extLst xmlns:a="http://schemas.openxmlformats.org/drawingml/2006/main">
              <a:ext uri="{FF2B5EF4-FFF2-40B4-BE49-F238E27FC236}">
                <a16:creationId xmlns:a16="http://schemas.microsoft.com/office/drawing/2014/main" id="{93B8154D-615A-40FB-B5E0-2570C63EC219}"/>
              </a:ext>
            </a:extLst>
          </p:cNvPr>
          <p:cNvPicPr>
            <a:picLocks xmlns:a="http://schemas.openxmlformats.org/drawingml/2006/main" noChangeAspect="1"/>
          </p:cNvPicPr>
          <p:nvPr/>
        </p:nvPicPr>
        <p:blipFill>
          <a:blip xmlns:r="http://schemas.openxmlformats.org/officeDocument/2006/relationships" xmlns:a="http://schemas.openxmlformats.org/drawingml/2006/main" r:embed="R4187f25b9d0145e7"/>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20" name="Oval 19">
            <a:extLst xmlns:a="http://schemas.openxmlformats.org/drawingml/2006/main">
              <a:ext uri="{FF2B5EF4-FFF2-40B4-BE49-F238E27FC236}">
                <a16:creationId xmlns:a16="http://schemas.microsoft.com/office/drawing/2014/main" id="{96836040-223F-32E9-6652-247D1B1776AC}"/>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Oval 20">
            <a:extLst xmlns:a="http://schemas.openxmlformats.org/drawingml/2006/main">
              <a:ext uri="{FF2B5EF4-FFF2-40B4-BE49-F238E27FC236}">
                <a16:creationId xmlns:a16="http://schemas.microsoft.com/office/drawing/2014/main" id="{BC7C8B3B-CA71-8CB4-C831-5785E5171D6A}"/>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Slide Number Placeholder 5">
            <a:extLst xmlns:a="http://schemas.openxmlformats.org/drawingml/2006/main">
              <a:ext uri="{FF2B5EF4-FFF2-40B4-BE49-F238E27FC236}">
                <a16:creationId xmlns:a16="http://schemas.microsoft.com/office/drawing/2014/main" id="{911FB193-BA30-4F59-A50E-A46A3811DABB}"/>
              </a:ext>
            </a:extLst>
          </p:cNvPr>
          <p:cNvSpPr>
            <a:spLocks xmlns:a="http://schemas.openxmlformats.org/drawingml/2006/main" noGrp="1"/>
          </p:cNvSpPr>
          <p:nvPr>
            <p:ph type="sldNum" idx="12"/>
          </p:nvPr>
        </p:nvSpPr>
        <p:spPr>
          <a:xfrm xmlns:a="http://schemas.openxmlformats.org/drawingml/2006/main">
            <a:off x="10422944" y="6356350"/>
            <a:ext cx="2743200" cy="365125"/>
          </a:xfrm>
        </p:spPr>
        <p:txBody>
          <a:bodyPr xmlns:a="http://schemas.openxmlformats.org/drawingml/2006/main"/>
          <a:lstStyle xmlns:a="http://schemas.openxmlformats.org/drawingml/2006/main">
            <a:lvl1pPr algn="ctr">
              <a:buNone/>
              <a:defRPr>
                <a:solidFill>
                  <a:schemeClr val="bg1"/>
                </a:solidFill>
              </a:defRPr>
            </a:lvl1pPr>
          </a:lstStyle>
          <a:p xmlns:a="http://schemas.openxmlformats.org/drawingml/2006/main">
            <a:fld id="{48F63A3B-78C7-47BE-AE5E-E10140E04643}" type="slidenum">
              <a:t>‹#›</a:t>
            </a:fld>
            <a:endParaRPr/>
          </a:p>
        </p:txBody>
      </p:sp>
      <p:sp>
        <p:nvSpPr>
          <p:cNvPr id="24" name="Freeform 23">
            <a:extLst xmlns:a="http://schemas.openxmlformats.org/drawingml/2006/main">
              <a:ext uri="{FF2B5EF4-FFF2-40B4-BE49-F238E27FC236}">
                <a16:creationId xmlns:a16="http://schemas.microsoft.com/office/drawing/2014/main" id="{DCEAF726-95E1-8A34-13F1-109FB98C6990}"/>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sldLayout>
</file>

<file path=ppt/slideLayouts/slideLayout5.xml><?xml version="1.0" encoding="utf-8"?>
<p:sldLayout xmlns:p="http://schemas.openxmlformats.org/presentationml/2006/main" type="obj" preserve="1">
  <p:cSld name="4_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C05190B-D0B7-470D-A42E-7B17BCF0582E}"/>
              </a:ext>
            </a:extLst>
          </p:cNvPr>
          <p:cNvSpPr>
            <a:spLocks xmlns:a="http://schemas.openxmlformats.org/drawingml/2006/main" noGrp="1"/>
          </p:cNvSpPr>
          <p:nvPr>
            <p:ph type="title" idx="0"/>
          </p:nvPr>
        </p:nvSpPr>
        <p:spPr>
          <a:xfrm xmlns:a="http://schemas.openxmlformats.org/drawingml/2006/main">
            <a:off x="606000" y="1036767"/>
            <a:ext cx="10980000" cy="890663"/>
          </a:xfrm>
        </p:spPr>
        <p:txBody>
          <a:bodyPr xmlns:a="http://schemas.openxmlformats.org/drawingml/2006/main"/>
          <a:lstStyle xmlns:a="http://schemas.openxmlformats.org/drawingml/2006/main">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9291B98-24CA-41ED-B244-8D3C8573E1E5}"/>
              </a:ext>
            </a:extLst>
          </p:cNvPr>
          <p:cNvSpPr>
            <a:spLocks xmlns:a="http://schemas.openxmlformats.org/drawingml/2006/main" noGrp="1"/>
          </p:cNvSpPr>
          <p:nvPr>
            <p:ph idx="1"/>
          </p:nvPr>
        </p:nvSpPr>
        <p:spPr>
          <a:xfrm xmlns:a="http://schemas.openxmlformats.org/drawingml/2006/main">
            <a:off x="606000" y="2020279"/>
            <a:ext cx="10980000" cy="4156684"/>
          </a:xfrm>
        </p:spPr>
        <p:txBody>
          <a:bodyPr xmlns:a="http://schemas.openxmlformats.org/drawingml/2006/main"/>
          <a:lstStyle xmlns:a="http://schemas.openxmlformats.org/drawingml/2006/main">
            <a:lvl1pPr>
              <a:lnSpc>
                <a:spcPct val="130000"/>
              </a:lnSpc>
              <a:spcBef>
                <a:spcPts val="300"/>
              </a:spcBef>
              <a:spcAft>
                <a:spcPts val="300"/>
              </a:spcAft>
              <a:buNone/>
              <a:defRPr/>
            </a:lvl1pPr>
            <a:lvl2pPr>
              <a:lnSpc>
                <a:spcPct val="130000"/>
              </a:lnSpc>
              <a:spcBef>
                <a:spcPts val="300"/>
              </a:spcBef>
              <a:spcAft>
                <a:spcPts val="300"/>
              </a:spcAft>
              <a:buNone/>
              <a:defRPr/>
            </a:lvl2pPr>
            <a:lvl3pPr>
              <a:lnSpc>
                <a:spcPct val="130000"/>
              </a:lnSpc>
              <a:spcBef>
                <a:spcPts val="300"/>
              </a:spcBef>
              <a:spcAft>
                <a:spcPts val="300"/>
              </a:spcAft>
              <a:buNone/>
              <a:defRPr/>
            </a:lvl3pPr>
            <a:lvl4pPr>
              <a:lnSpc>
                <a:spcPct val="130000"/>
              </a:lnSpc>
              <a:spcBef>
                <a:spcPts val="300"/>
              </a:spcBef>
              <a:spcAft>
                <a:spcPts val="300"/>
              </a:spcAft>
              <a:buNone/>
              <a:defRPr/>
            </a:lvl4pPr>
            <a:lvl5pPr>
              <a:lnSpc>
                <a:spcPct val="130000"/>
              </a:lnSpc>
              <a:spcBef>
                <a:spcPts val="300"/>
              </a:spcBef>
              <a:spcAft>
                <a:spcPts val="300"/>
              </a:spcAft>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3FF72AF-E059-499F-8800-EECA9FB017D0}"/>
              </a:ext>
            </a:extLst>
          </p:cNvPr>
          <p:cNvSpPr>
            <a:spLocks xmlns:a="http://schemas.openxmlformats.org/drawingml/2006/main" noGrp="1"/>
          </p:cNvSpPr>
          <p:nvPr>
            <p:ph type="dt" idx="10"/>
          </p:nvPr>
        </p:nvSpPr>
        <p:spPr>
          <a:xfrm xmlns:a="http://schemas.openxmlformats.org/drawingml/2006/main">
            <a:off x="1033164" y="6356350"/>
            <a:ext cx="2743200" cy="365125"/>
          </a:xfrm>
        </p:spPr>
        <p:txBody>
          <a:bodyPr xmlns:a="http://schemas.openxmlformats.org/drawingml/2006/main"/>
          <a:lstStyle xmlns:a="http://schemas.openxmlformats.org/drawingml/2006/main"/>
          <a:p xmlns:a="http://schemas.openxmlformats.org/drawingml/2006/main">
            <a:fld id="{A4B08D6D-E5AB-054C-8BBA-2EAE96362CB2}" type="datetime3">
              <a:t>31 March 2024</a:t>
            </a:fld>
            <a:endParaRPr/>
          </a:p>
        </p:txBody>
      </p:sp>
      <p:sp>
        <p:nvSpPr>
          <p:cNvPr id="5" name="Footer Placeholder 4">
            <a:extLst xmlns:a="http://schemas.openxmlformats.org/drawingml/2006/main">
              <a:ext uri="{FF2B5EF4-FFF2-40B4-BE49-F238E27FC236}">
                <a16:creationId xmlns:a16="http://schemas.microsoft.com/office/drawing/2014/main" id="{A1E2350A-4E01-40FB-83C3-B64A131AB98F}"/>
              </a:ext>
            </a:extLst>
          </p:cNvPr>
          <p:cNvSpPr>
            <a:spLocks xmlns:a="http://schemas.openxmlformats.org/drawingml/2006/main" noGrp="1"/>
          </p:cNvSpPr>
          <p:nvPr>
            <p:ph type="ftr" idx="11"/>
          </p:nvPr>
        </p:nvSpPr>
        <p:spPr>
          <a:xfrm xmlns:a="http://schemas.openxmlformats.org/drawingml/2006/main">
            <a:off x="4233564" y="6356350"/>
            <a:ext cx="4114800" cy="365125"/>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7" name="Rectangle 6">
            <a:extLst xmlns:a="http://schemas.openxmlformats.org/drawingml/2006/main">
              <a:ext uri="{FF2B5EF4-FFF2-40B4-BE49-F238E27FC236}">
                <a16:creationId xmlns:a16="http://schemas.microsoft.com/office/drawing/2014/main" id="{107F0F65-AD9D-F4EF-651A-F8557E5CEDEF}"/>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chemeClr val="accent3">
                  <a:lumMod val="75000"/>
                </a:schemeClr>
              </a:gs>
              <a:gs pos="100000">
                <a:schemeClr val="accent4">
                  <a:lumMod val="75000"/>
                </a:schemeClr>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D6792619-8016-D1B1-D5B6-0463FC873115}"/>
              </a:ext>
            </a:extLst>
          </p:cNvPr>
          <p:cNvSpPr>
            <a:spLocks xmlns:a="http://schemas.openxmlformats.org/drawingml/2006/main" noGrp="1"/>
          </p:cNvSpPr>
          <p:nvPr/>
        </p:nvSpPr>
        <p:spPr>
          <a:xfrm xmlns:a="http://schemas.openxmlformats.org/drawingml/2006/main" rot="5400000" flipV="1">
            <a:off x="5780224" y="-5781463"/>
            <a:ext cx="631552" cy="12194479"/>
          </a:xfrm>
          <a:prstGeom xmlns:a="http://schemas.openxmlformats.org/drawingml/2006/main" prst="rect">
            <a:avLst/>
          </a:prstGeom>
          <a:blipFill xmlns:a="http://schemas.openxmlformats.org/drawingml/2006/main">
            <a:blip xmlns:r="http://schemas.openxmlformats.org/officeDocument/2006/relationships" r:embed="R7ed5cf066ec04479"/>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634CFDC-8819-F613-CB53-B010209F03B3}"/>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1" name="Rounded Rectangle 10">
            <a:extLst xmlns:a="http://schemas.openxmlformats.org/drawingml/2006/main">
              <a:ext uri="{FF2B5EF4-FFF2-40B4-BE49-F238E27FC236}">
                <a16:creationId xmlns:a16="http://schemas.microsoft.com/office/drawing/2014/main" id="{48D4D6A6-CC45-52A4-171D-81125CDEE0BB}"/>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ounded Rectangle 11">
            <a:extLst xmlns:a="http://schemas.openxmlformats.org/drawingml/2006/main">
              <a:ext uri="{FF2B5EF4-FFF2-40B4-BE49-F238E27FC236}">
                <a16:creationId xmlns:a16="http://schemas.microsoft.com/office/drawing/2014/main" id="{E10A2D28-A8FF-8313-ADCB-2B72C390FACF}"/>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3" name="Picture 12">
            <a:extLst xmlns:a="http://schemas.openxmlformats.org/drawingml/2006/main">
              <a:ext uri="{FF2B5EF4-FFF2-40B4-BE49-F238E27FC236}">
                <a16:creationId xmlns:a16="http://schemas.microsoft.com/office/drawing/2014/main" id="{BE23BCF4-F2D1-42EE-AAB1-60FE546577FE}"/>
              </a:ext>
            </a:extLst>
          </p:cNvPr>
          <p:cNvPicPr>
            <a:picLocks xmlns:a="http://schemas.openxmlformats.org/drawingml/2006/main" noChangeAspect="1"/>
          </p:cNvPicPr>
          <p:nvPr/>
        </p:nvPicPr>
        <p:blipFill>
          <a:blip xmlns:r="http://schemas.openxmlformats.org/officeDocument/2006/relationships" xmlns:a="http://schemas.openxmlformats.org/drawingml/2006/main" r:embed="R476f2692e9cc4204"/>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4" name="Picture 13">
            <a:extLst xmlns:a="http://schemas.openxmlformats.org/drawingml/2006/main">
              <a:ext uri="{FF2B5EF4-FFF2-40B4-BE49-F238E27FC236}">
                <a16:creationId xmlns:a16="http://schemas.microsoft.com/office/drawing/2014/main" id="{1527D339-E40F-4694-B485-DBF6ABFBD797}"/>
              </a:ext>
            </a:extLst>
          </p:cNvPr>
          <p:cNvPicPr>
            <a:picLocks xmlns:a="http://schemas.openxmlformats.org/drawingml/2006/main" noChangeAspect="1"/>
          </p:cNvPicPr>
          <p:nvPr/>
        </p:nvPicPr>
        <p:blipFill>
          <a:blip xmlns:r="http://schemas.openxmlformats.org/officeDocument/2006/relationships" xmlns:a="http://schemas.openxmlformats.org/drawingml/2006/main" r:embed="R62122ba0fdc64ad8"/>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20" name="Oval 19">
            <a:extLst xmlns:a="http://schemas.openxmlformats.org/drawingml/2006/main">
              <a:ext uri="{FF2B5EF4-FFF2-40B4-BE49-F238E27FC236}">
                <a16:creationId xmlns:a16="http://schemas.microsoft.com/office/drawing/2014/main" id="{96836040-223F-32E9-6652-247D1B1776AC}"/>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Oval 20">
            <a:extLst xmlns:a="http://schemas.openxmlformats.org/drawingml/2006/main">
              <a:ext uri="{FF2B5EF4-FFF2-40B4-BE49-F238E27FC236}">
                <a16:creationId xmlns:a16="http://schemas.microsoft.com/office/drawing/2014/main" id="{BC7C8B3B-CA71-8CB4-C831-5785E5171D6A}"/>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Slide Number Placeholder 5">
            <a:extLst xmlns:a="http://schemas.openxmlformats.org/drawingml/2006/main">
              <a:ext uri="{FF2B5EF4-FFF2-40B4-BE49-F238E27FC236}">
                <a16:creationId xmlns:a16="http://schemas.microsoft.com/office/drawing/2014/main" id="{CEDBF2AD-B386-494C-872C-03905DF3DAF7}"/>
              </a:ext>
            </a:extLst>
          </p:cNvPr>
          <p:cNvSpPr>
            <a:spLocks xmlns:a="http://schemas.openxmlformats.org/drawingml/2006/main" noGrp="1"/>
          </p:cNvSpPr>
          <p:nvPr>
            <p:ph type="sldNum" idx="12"/>
          </p:nvPr>
        </p:nvSpPr>
        <p:spPr>
          <a:xfrm xmlns:a="http://schemas.openxmlformats.org/drawingml/2006/main">
            <a:off x="10422944" y="6356350"/>
            <a:ext cx="2743200" cy="365125"/>
          </a:xfrm>
        </p:spPr>
        <p:txBody>
          <a:bodyPr xmlns:a="http://schemas.openxmlformats.org/drawingml/2006/main"/>
          <a:lstStyle xmlns:a="http://schemas.openxmlformats.org/drawingml/2006/main">
            <a:lvl1pPr algn="ctr">
              <a:buNone/>
              <a:defRPr>
                <a:solidFill>
                  <a:schemeClr val="bg1"/>
                </a:solidFill>
              </a:defRPr>
            </a:lvl1pPr>
          </a:lstStyle>
          <a:p xmlns:a="http://schemas.openxmlformats.org/drawingml/2006/main">
            <a:fld id="{48F63A3B-78C7-47BE-AE5E-E10140E04643}" type="slidenum">
              <a:t>‹#›</a:t>
            </a:fld>
            <a:endParaRPr/>
          </a:p>
        </p:txBody>
      </p:sp>
      <p:sp>
        <p:nvSpPr>
          <p:cNvPr id="24" name="Freeform 23">
            <a:extLst xmlns:a="http://schemas.openxmlformats.org/drawingml/2006/main">
              <a:ext uri="{FF2B5EF4-FFF2-40B4-BE49-F238E27FC236}">
                <a16:creationId xmlns:a16="http://schemas.microsoft.com/office/drawing/2014/main" id="{DCEAF726-95E1-8A34-13F1-109FB98C6990}"/>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sldLayout>
</file>

<file path=ppt/slideLayouts/slideLayout6.xml><?xml version="1.0" encoding="utf-8"?>
<p:sldLayout xmlns:p="http://schemas.openxmlformats.org/presentationml/2006/main" type="obj" preserve="1">
  <p:cSld name="3_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962C434-A87E-4E96-8A27-B06B49A99372}"/>
              </a:ext>
            </a:extLst>
          </p:cNvPr>
          <p:cNvSpPr>
            <a:spLocks xmlns:a="http://schemas.openxmlformats.org/drawingml/2006/main" noGrp="1"/>
          </p:cNvSpPr>
          <p:nvPr>
            <p:ph type="title" idx="0"/>
          </p:nvPr>
        </p:nvSpPr>
        <p:spPr>
          <a:xfrm xmlns:a="http://schemas.openxmlformats.org/drawingml/2006/main">
            <a:off x="606000" y="1036767"/>
            <a:ext cx="10980000" cy="890663"/>
          </a:xfrm>
        </p:spPr>
        <p:txBody>
          <a:bodyPr xmlns:a="http://schemas.openxmlformats.org/drawingml/2006/main"/>
          <a:lstStyle xmlns:a="http://schemas.openxmlformats.org/drawingml/2006/main">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547D4BE-2140-47F9-BDA0-D093A486C7D1}"/>
              </a:ext>
            </a:extLst>
          </p:cNvPr>
          <p:cNvSpPr>
            <a:spLocks xmlns:a="http://schemas.openxmlformats.org/drawingml/2006/main" noGrp="1"/>
          </p:cNvSpPr>
          <p:nvPr>
            <p:ph idx="1"/>
          </p:nvPr>
        </p:nvSpPr>
        <p:spPr>
          <a:xfrm xmlns:a="http://schemas.openxmlformats.org/drawingml/2006/main">
            <a:off x="606000" y="2020279"/>
            <a:ext cx="10980000" cy="4156684"/>
          </a:xfrm>
        </p:spPr>
        <p:txBody>
          <a:bodyPr xmlns:a="http://schemas.openxmlformats.org/drawingml/2006/main"/>
          <a:lstStyle xmlns:a="http://schemas.openxmlformats.org/drawingml/2006/main">
            <a:lvl1pPr>
              <a:lnSpc>
                <a:spcPct val="130000"/>
              </a:lnSpc>
              <a:spcBef>
                <a:spcPts val="300"/>
              </a:spcBef>
              <a:spcAft>
                <a:spcPts val="300"/>
              </a:spcAft>
              <a:buNone/>
              <a:defRPr/>
            </a:lvl1pPr>
            <a:lvl2pPr>
              <a:lnSpc>
                <a:spcPct val="130000"/>
              </a:lnSpc>
              <a:spcBef>
                <a:spcPts val="300"/>
              </a:spcBef>
              <a:spcAft>
                <a:spcPts val="300"/>
              </a:spcAft>
              <a:buNone/>
              <a:defRPr/>
            </a:lvl2pPr>
            <a:lvl3pPr>
              <a:lnSpc>
                <a:spcPct val="130000"/>
              </a:lnSpc>
              <a:spcBef>
                <a:spcPts val="300"/>
              </a:spcBef>
              <a:spcAft>
                <a:spcPts val="300"/>
              </a:spcAft>
              <a:buNone/>
              <a:defRPr/>
            </a:lvl3pPr>
            <a:lvl4pPr>
              <a:lnSpc>
                <a:spcPct val="130000"/>
              </a:lnSpc>
              <a:spcBef>
                <a:spcPts val="300"/>
              </a:spcBef>
              <a:spcAft>
                <a:spcPts val="300"/>
              </a:spcAft>
              <a:buNone/>
              <a:defRPr/>
            </a:lvl4pPr>
            <a:lvl5pPr>
              <a:lnSpc>
                <a:spcPct val="130000"/>
              </a:lnSpc>
              <a:spcBef>
                <a:spcPts val="300"/>
              </a:spcBef>
              <a:spcAft>
                <a:spcPts val="300"/>
              </a:spcAft>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7F70A7F-CD9B-4977-9936-45A5F1580663}"/>
              </a:ext>
            </a:extLst>
          </p:cNvPr>
          <p:cNvSpPr>
            <a:spLocks xmlns:a="http://schemas.openxmlformats.org/drawingml/2006/main" noGrp="1"/>
          </p:cNvSpPr>
          <p:nvPr>
            <p:ph type="dt" idx="10"/>
          </p:nvPr>
        </p:nvSpPr>
        <p:spPr>
          <a:xfrm xmlns:a="http://schemas.openxmlformats.org/drawingml/2006/main">
            <a:off x="1033164" y="6356350"/>
            <a:ext cx="2743200" cy="365125"/>
          </a:xfrm>
        </p:spPr>
        <p:txBody>
          <a:bodyPr xmlns:a="http://schemas.openxmlformats.org/drawingml/2006/main"/>
          <a:lstStyle xmlns:a="http://schemas.openxmlformats.org/drawingml/2006/main"/>
          <a:p xmlns:a="http://schemas.openxmlformats.org/drawingml/2006/main">
            <a:fld id="{A4B08D6D-E5AB-054C-8BBA-2EAE96362CB2}" type="datetime3">
              <a:t>31 March 2024</a:t>
            </a:fld>
            <a:endParaRPr/>
          </a:p>
        </p:txBody>
      </p:sp>
      <p:sp>
        <p:nvSpPr>
          <p:cNvPr id="5" name="Footer Placeholder 4">
            <a:extLst xmlns:a="http://schemas.openxmlformats.org/drawingml/2006/main">
              <a:ext uri="{FF2B5EF4-FFF2-40B4-BE49-F238E27FC236}">
                <a16:creationId xmlns:a16="http://schemas.microsoft.com/office/drawing/2014/main" id="{EBA0BB8A-0DA3-4936-A707-F9E1CA86F9AA}"/>
              </a:ext>
            </a:extLst>
          </p:cNvPr>
          <p:cNvSpPr>
            <a:spLocks xmlns:a="http://schemas.openxmlformats.org/drawingml/2006/main" noGrp="1"/>
          </p:cNvSpPr>
          <p:nvPr>
            <p:ph type="ftr" idx="11"/>
          </p:nvPr>
        </p:nvSpPr>
        <p:spPr>
          <a:xfrm xmlns:a="http://schemas.openxmlformats.org/drawingml/2006/main">
            <a:off x="4233564" y="6356350"/>
            <a:ext cx="4114800" cy="365125"/>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7" name="Rectangle 6">
            <a:extLst xmlns:a="http://schemas.openxmlformats.org/drawingml/2006/main">
              <a:ext uri="{FF2B5EF4-FFF2-40B4-BE49-F238E27FC236}">
                <a16:creationId xmlns:a16="http://schemas.microsoft.com/office/drawing/2014/main" id="{107F0F65-AD9D-F4EF-651A-F8557E5CEDEF}"/>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chemeClr val="accent3">
                  <a:lumMod val="75000"/>
                </a:schemeClr>
              </a:gs>
              <a:gs pos="100000">
                <a:schemeClr val="accent4">
                  <a:lumMod val="75000"/>
                </a:schemeClr>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D6792619-8016-D1B1-D5B6-0463FC873115}"/>
              </a:ext>
            </a:extLst>
          </p:cNvPr>
          <p:cNvSpPr>
            <a:spLocks xmlns:a="http://schemas.openxmlformats.org/drawingml/2006/main" noGrp="1"/>
          </p:cNvSpPr>
          <p:nvPr/>
        </p:nvSpPr>
        <p:spPr>
          <a:xfrm xmlns:a="http://schemas.openxmlformats.org/drawingml/2006/main" rot="5400000" flipV="1">
            <a:off x="5780224" y="-5781463"/>
            <a:ext cx="631552" cy="12194479"/>
          </a:xfrm>
          <a:prstGeom xmlns:a="http://schemas.openxmlformats.org/drawingml/2006/main" prst="rect">
            <a:avLst/>
          </a:prstGeom>
          <a:blipFill xmlns:a="http://schemas.openxmlformats.org/drawingml/2006/main">
            <a:blip xmlns:r="http://schemas.openxmlformats.org/officeDocument/2006/relationships" r:embed="Rce6a6f7b9c8d4ba5"/>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634CFDC-8819-F613-CB53-B010209F03B3}"/>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1" name="Rounded Rectangle 10">
            <a:extLst xmlns:a="http://schemas.openxmlformats.org/drawingml/2006/main">
              <a:ext uri="{FF2B5EF4-FFF2-40B4-BE49-F238E27FC236}">
                <a16:creationId xmlns:a16="http://schemas.microsoft.com/office/drawing/2014/main" id="{48D4D6A6-CC45-52A4-171D-81125CDEE0BB}"/>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ounded Rectangle 11">
            <a:extLst xmlns:a="http://schemas.openxmlformats.org/drawingml/2006/main">
              <a:ext uri="{FF2B5EF4-FFF2-40B4-BE49-F238E27FC236}">
                <a16:creationId xmlns:a16="http://schemas.microsoft.com/office/drawing/2014/main" id="{E10A2D28-A8FF-8313-ADCB-2B72C390FACF}"/>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3" name="Picture 12">
            <a:extLst xmlns:a="http://schemas.openxmlformats.org/drawingml/2006/main">
              <a:ext uri="{FF2B5EF4-FFF2-40B4-BE49-F238E27FC236}">
                <a16:creationId xmlns:a16="http://schemas.microsoft.com/office/drawing/2014/main" id="{7BE5ADD9-0C4F-4B9A-BD2A-1730F94CF116}"/>
              </a:ext>
            </a:extLst>
          </p:cNvPr>
          <p:cNvPicPr>
            <a:picLocks xmlns:a="http://schemas.openxmlformats.org/drawingml/2006/main" noChangeAspect="1"/>
          </p:cNvPicPr>
          <p:nvPr/>
        </p:nvPicPr>
        <p:blipFill>
          <a:blip xmlns:r="http://schemas.openxmlformats.org/officeDocument/2006/relationships" xmlns:a="http://schemas.openxmlformats.org/drawingml/2006/main" r:embed="Racd31899ffcc43a3"/>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4" name="Picture 13">
            <a:extLst xmlns:a="http://schemas.openxmlformats.org/drawingml/2006/main">
              <a:ext uri="{FF2B5EF4-FFF2-40B4-BE49-F238E27FC236}">
                <a16:creationId xmlns:a16="http://schemas.microsoft.com/office/drawing/2014/main" id="{14DE72DE-DA03-478F-8D7E-3717EA290C13}"/>
              </a:ext>
            </a:extLst>
          </p:cNvPr>
          <p:cNvPicPr>
            <a:picLocks xmlns:a="http://schemas.openxmlformats.org/drawingml/2006/main" noChangeAspect="1"/>
          </p:cNvPicPr>
          <p:nvPr/>
        </p:nvPicPr>
        <p:blipFill>
          <a:blip xmlns:r="http://schemas.openxmlformats.org/officeDocument/2006/relationships" xmlns:a="http://schemas.openxmlformats.org/drawingml/2006/main" r:embed="Rbf653e80d05c4186"/>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20" name="Oval 19">
            <a:extLst xmlns:a="http://schemas.openxmlformats.org/drawingml/2006/main">
              <a:ext uri="{FF2B5EF4-FFF2-40B4-BE49-F238E27FC236}">
                <a16:creationId xmlns:a16="http://schemas.microsoft.com/office/drawing/2014/main" id="{96836040-223F-32E9-6652-247D1B1776AC}"/>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Oval 20">
            <a:extLst xmlns:a="http://schemas.openxmlformats.org/drawingml/2006/main">
              <a:ext uri="{FF2B5EF4-FFF2-40B4-BE49-F238E27FC236}">
                <a16:creationId xmlns:a16="http://schemas.microsoft.com/office/drawing/2014/main" id="{BC7C8B3B-CA71-8CB4-C831-5785E5171D6A}"/>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Slide Number Placeholder 5">
            <a:extLst xmlns:a="http://schemas.openxmlformats.org/drawingml/2006/main">
              <a:ext uri="{FF2B5EF4-FFF2-40B4-BE49-F238E27FC236}">
                <a16:creationId xmlns:a16="http://schemas.microsoft.com/office/drawing/2014/main" id="{B059F37E-62A3-4DE0-AE81-18D3255E091A}"/>
              </a:ext>
            </a:extLst>
          </p:cNvPr>
          <p:cNvSpPr>
            <a:spLocks xmlns:a="http://schemas.openxmlformats.org/drawingml/2006/main" noGrp="1"/>
          </p:cNvSpPr>
          <p:nvPr>
            <p:ph type="sldNum" idx="12"/>
          </p:nvPr>
        </p:nvSpPr>
        <p:spPr>
          <a:xfrm xmlns:a="http://schemas.openxmlformats.org/drawingml/2006/main">
            <a:off x="10422944" y="6356350"/>
            <a:ext cx="2743200" cy="365125"/>
          </a:xfrm>
        </p:spPr>
        <p:txBody>
          <a:bodyPr xmlns:a="http://schemas.openxmlformats.org/drawingml/2006/main"/>
          <a:lstStyle xmlns:a="http://schemas.openxmlformats.org/drawingml/2006/main">
            <a:lvl1pPr algn="ctr">
              <a:buNone/>
              <a:defRPr>
                <a:solidFill>
                  <a:schemeClr val="bg1"/>
                </a:solidFill>
              </a:defRPr>
            </a:lvl1pPr>
          </a:lstStyle>
          <a:p xmlns:a="http://schemas.openxmlformats.org/drawingml/2006/main">
            <a:fld id="{48F63A3B-78C7-47BE-AE5E-E10140E04643}" type="slidenum">
              <a:t>‹#›</a:t>
            </a:fld>
            <a:endParaRPr/>
          </a:p>
        </p:txBody>
      </p:sp>
      <p:sp>
        <p:nvSpPr>
          <p:cNvPr id="24" name="Freeform 23">
            <a:extLst xmlns:a="http://schemas.openxmlformats.org/drawingml/2006/main">
              <a:ext uri="{FF2B5EF4-FFF2-40B4-BE49-F238E27FC236}">
                <a16:creationId xmlns:a16="http://schemas.microsoft.com/office/drawing/2014/main" id="{DCEAF726-95E1-8A34-13F1-109FB98C6990}"/>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sldLayout>
</file>

<file path=ppt/slideLayouts/slideLayout7.xml><?xml version="1.0" encoding="utf-8"?>
<p:sldLayout xmlns:p="http://schemas.openxmlformats.org/presentationml/2006/main" type="obj" preserve="1">
  <p:cSld name="2_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ABE2FC9-C7EB-4F30-A515-00B36BB45D02}"/>
              </a:ext>
            </a:extLst>
          </p:cNvPr>
          <p:cNvSpPr>
            <a:spLocks xmlns:a="http://schemas.openxmlformats.org/drawingml/2006/main" noGrp="1"/>
          </p:cNvSpPr>
          <p:nvPr>
            <p:ph type="title" idx="0"/>
          </p:nvPr>
        </p:nvSpPr>
        <p:spPr>
          <a:xfrm xmlns:a="http://schemas.openxmlformats.org/drawingml/2006/main">
            <a:off x="606000" y="1036767"/>
            <a:ext cx="10980000" cy="890663"/>
          </a:xfrm>
        </p:spPr>
        <p:txBody>
          <a:bodyPr xmlns:a="http://schemas.openxmlformats.org/drawingml/2006/main"/>
          <a:lstStyle xmlns:a="http://schemas.openxmlformats.org/drawingml/2006/main">
            <a:lvl1pPr marL="0" indent="0">
              <a:buFont typeface="+mj-lt"/>
              <a:buNone/>
              <a:defRPr b="1">
                <a:gradFill flip="none" rotWithShape="1">
                  <a:gsLst>
                    <a:gs pos="0">
                      <a:schemeClr val="accent4">
                        <a:lumMod val="75000"/>
                      </a:schemeClr>
                    </a:gs>
                    <a:gs pos="100000">
                      <a:schemeClr val="accent3">
                        <a:lumMod val="75000"/>
                      </a:schemeClr>
                    </a:gs>
                  </a:gsLst>
                  <a:lin ang="16200000" scaled="1"/>
                  <a:tileRect/>
                </a:gradFill>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2803E12-1246-4A9C-B2E8-A8BA5D752B3D}"/>
              </a:ext>
            </a:extLst>
          </p:cNvPr>
          <p:cNvSpPr>
            <a:spLocks xmlns:a="http://schemas.openxmlformats.org/drawingml/2006/main" noGrp="1"/>
          </p:cNvSpPr>
          <p:nvPr>
            <p:ph idx="1"/>
          </p:nvPr>
        </p:nvSpPr>
        <p:spPr>
          <a:xfrm xmlns:a="http://schemas.openxmlformats.org/drawingml/2006/main">
            <a:off x="606000" y="2020279"/>
            <a:ext cx="10980000" cy="4156684"/>
          </a:xfrm>
        </p:spPr>
        <p:txBody>
          <a:bodyPr xmlns:a="http://schemas.openxmlformats.org/drawingml/2006/main"/>
          <a:lstStyle xmlns:a="http://schemas.openxmlformats.org/drawingml/2006/main">
            <a:lvl1pPr>
              <a:lnSpc>
                <a:spcPct val="130000"/>
              </a:lnSpc>
              <a:spcBef>
                <a:spcPts val="300"/>
              </a:spcBef>
              <a:spcAft>
                <a:spcPts val="300"/>
              </a:spcAft>
              <a:buNone/>
              <a:defRPr/>
            </a:lvl1pPr>
            <a:lvl2pPr>
              <a:lnSpc>
                <a:spcPct val="130000"/>
              </a:lnSpc>
              <a:spcBef>
                <a:spcPts val="300"/>
              </a:spcBef>
              <a:spcAft>
                <a:spcPts val="300"/>
              </a:spcAft>
              <a:buNone/>
              <a:defRPr/>
            </a:lvl2pPr>
            <a:lvl3pPr>
              <a:lnSpc>
                <a:spcPct val="130000"/>
              </a:lnSpc>
              <a:spcBef>
                <a:spcPts val="300"/>
              </a:spcBef>
              <a:spcAft>
                <a:spcPts val="300"/>
              </a:spcAft>
              <a:buNone/>
              <a:defRPr/>
            </a:lvl3pPr>
            <a:lvl4pPr>
              <a:lnSpc>
                <a:spcPct val="130000"/>
              </a:lnSpc>
              <a:spcBef>
                <a:spcPts val="300"/>
              </a:spcBef>
              <a:spcAft>
                <a:spcPts val="300"/>
              </a:spcAft>
              <a:buNone/>
              <a:defRPr/>
            </a:lvl4pPr>
            <a:lvl5pPr>
              <a:lnSpc>
                <a:spcPct val="130000"/>
              </a:lnSpc>
              <a:spcBef>
                <a:spcPts val="300"/>
              </a:spcBef>
              <a:spcAft>
                <a:spcPts val="300"/>
              </a:spcAft>
              <a:buNone/>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6EB2EE3-F45F-4542-8B07-0B5F77BC9C56}"/>
              </a:ext>
            </a:extLst>
          </p:cNvPr>
          <p:cNvSpPr>
            <a:spLocks xmlns:a="http://schemas.openxmlformats.org/drawingml/2006/main" noGrp="1"/>
          </p:cNvSpPr>
          <p:nvPr>
            <p:ph type="dt" idx="10"/>
          </p:nvPr>
        </p:nvSpPr>
        <p:spPr>
          <a:xfrm xmlns:a="http://schemas.openxmlformats.org/drawingml/2006/main">
            <a:off x="1033164" y="6356350"/>
            <a:ext cx="2743200" cy="365125"/>
          </a:xfrm>
        </p:spPr>
        <p:txBody>
          <a:bodyPr xmlns:a="http://schemas.openxmlformats.org/drawingml/2006/main"/>
          <a:lstStyle xmlns:a="http://schemas.openxmlformats.org/drawingml/2006/main"/>
          <a:p xmlns:a="http://schemas.openxmlformats.org/drawingml/2006/main">
            <a:fld id="{A4B08D6D-E5AB-054C-8BBA-2EAE96362CB2}" type="datetime3">
              <a:t>31 March 2024</a:t>
            </a:fld>
            <a:endParaRPr/>
          </a:p>
        </p:txBody>
      </p:sp>
      <p:sp>
        <p:nvSpPr>
          <p:cNvPr id="5" name="Footer Placeholder 4">
            <a:extLst xmlns:a="http://schemas.openxmlformats.org/drawingml/2006/main">
              <a:ext uri="{FF2B5EF4-FFF2-40B4-BE49-F238E27FC236}">
                <a16:creationId xmlns:a16="http://schemas.microsoft.com/office/drawing/2014/main" id="{7676DDA3-2F27-468A-94C1-3C50478DF5A2}"/>
              </a:ext>
            </a:extLst>
          </p:cNvPr>
          <p:cNvSpPr>
            <a:spLocks xmlns:a="http://schemas.openxmlformats.org/drawingml/2006/main" noGrp="1"/>
          </p:cNvSpPr>
          <p:nvPr>
            <p:ph type="ftr" idx="11"/>
          </p:nvPr>
        </p:nvSpPr>
        <p:spPr>
          <a:xfrm xmlns:a="http://schemas.openxmlformats.org/drawingml/2006/main">
            <a:off x="4233564" y="6356350"/>
            <a:ext cx="4114800" cy="365125"/>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7" name="Rectangle 6">
            <a:extLst xmlns:a="http://schemas.openxmlformats.org/drawingml/2006/main">
              <a:ext uri="{FF2B5EF4-FFF2-40B4-BE49-F238E27FC236}">
                <a16:creationId xmlns:a16="http://schemas.microsoft.com/office/drawing/2014/main" id="{107F0F65-AD9D-F4EF-651A-F8557E5CEDEF}"/>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chemeClr val="accent3">
                  <a:lumMod val="75000"/>
                </a:schemeClr>
              </a:gs>
              <a:gs pos="100000">
                <a:schemeClr val="accent4">
                  <a:lumMod val="75000"/>
                </a:schemeClr>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D6792619-8016-D1B1-D5B6-0463FC873115}"/>
              </a:ext>
            </a:extLst>
          </p:cNvPr>
          <p:cNvSpPr>
            <a:spLocks xmlns:a="http://schemas.openxmlformats.org/drawingml/2006/main" noGrp="1"/>
          </p:cNvSpPr>
          <p:nvPr/>
        </p:nvSpPr>
        <p:spPr>
          <a:xfrm xmlns:a="http://schemas.openxmlformats.org/drawingml/2006/main" rot="5400000" flipV="1">
            <a:off x="5780224" y="-5781463"/>
            <a:ext cx="631552" cy="12194479"/>
          </a:xfrm>
          <a:prstGeom xmlns:a="http://schemas.openxmlformats.org/drawingml/2006/main" prst="rect">
            <a:avLst/>
          </a:prstGeom>
          <a:blipFill xmlns:a="http://schemas.openxmlformats.org/drawingml/2006/main">
            <a:blip xmlns:r="http://schemas.openxmlformats.org/officeDocument/2006/relationships" r:embed="Ra472b9f7f8044498"/>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634CFDC-8819-F613-CB53-B010209F03B3}"/>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1" name="Rounded Rectangle 10">
            <a:extLst xmlns:a="http://schemas.openxmlformats.org/drawingml/2006/main">
              <a:ext uri="{FF2B5EF4-FFF2-40B4-BE49-F238E27FC236}">
                <a16:creationId xmlns:a16="http://schemas.microsoft.com/office/drawing/2014/main" id="{48D4D6A6-CC45-52A4-171D-81125CDEE0BB}"/>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ounded Rectangle 11">
            <a:extLst xmlns:a="http://schemas.openxmlformats.org/drawingml/2006/main">
              <a:ext uri="{FF2B5EF4-FFF2-40B4-BE49-F238E27FC236}">
                <a16:creationId xmlns:a16="http://schemas.microsoft.com/office/drawing/2014/main" id="{E10A2D28-A8FF-8313-ADCB-2B72C390FACF}"/>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3" name="Picture 12">
            <a:extLst xmlns:a="http://schemas.openxmlformats.org/drawingml/2006/main">
              <a:ext uri="{FF2B5EF4-FFF2-40B4-BE49-F238E27FC236}">
                <a16:creationId xmlns:a16="http://schemas.microsoft.com/office/drawing/2014/main" id="{41C77623-F866-4AA2-BE2C-F364DED0A148}"/>
              </a:ext>
            </a:extLst>
          </p:cNvPr>
          <p:cNvPicPr>
            <a:picLocks xmlns:a="http://schemas.openxmlformats.org/drawingml/2006/main" noChangeAspect="1"/>
          </p:cNvPicPr>
          <p:nvPr/>
        </p:nvPicPr>
        <p:blipFill>
          <a:blip xmlns:r="http://schemas.openxmlformats.org/officeDocument/2006/relationships" xmlns:a="http://schemas.openxmlformats.org/drawingml/2006/main" r:embed="Rf68a4f0d252c4c43"/>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4" name="Picture 13">
            <a:extLst xmlns:a="http://schemas.openxmlformats.org/drawingml/2006/main">
              <a:ext uri="{FF2B5EF4-FFF2-40B4-BE49-F238E27FC236}">
                <a16:creationId xmlns:a16="http://schemas.microsoft.com/office/drawing/2014/main" id="{EA63A73F-9B81-4332-A6D1-4D337E2B28CF}"/>
              </a:ext>
            </a:extLst>
          </p:cNvPr>
          <p:cNvPicPr>
            <a:picLocks xmlns:a="http://schemas.openxmlformats.org/drawingml/2006/main" noChangeAspect="1"/>
          </p:cNvPicPr>
          <p:nvPr/>
        </p:nvPicPr>
        <p:blipFill>
          <a:blip xmlns:r="http://schemas.openxmlformats.org/officeDocument/2006/relationships" xmlns:a="http://schemas.openxmlformats.org/drawingml/2006/main" r:embed="Ra99a49e4c5f44b69"/>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20" name="Oval 19">
            <a:extLst xmlns:a="http://schemas.openxmlformats.org/drawingml/2006/main">
              <a:ext uri="{FF2B5EF4-FFF2-40B4-BE49-F238E27FC236}">
                <a16:creationId xmlns:a16="http://schemas.microsoft.com/office/drawing/2014/main" id="{96836040-223F-32E9-6652-247D1B1776AC}"/>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Oval 20">
            <a:extLst xmlns:a="http://schemas.openxmlformats.org/drawingml/2006/main">
              <a:ext uri="{FF2B5EF4-FFF2-40B4-BE49-F238E27FC236}">
                <a16:creationId xmlns:a16="http://schemas.microsoft.com/office/drawing/2014/main" id="{BC7C8B3B-CA71-8CB4-C831-5785E5171D6A}"/>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Slide Number Placeholder 5">
            <a:extLst xmlns:a="http://schemas.openxmlformats.org/drawingml/2006/main">
              <a:ext uri="{FF2B5EF4-FFF2-40B4-BE49-F238E27FC236}">
                <a16:creationId xmlns:a16="http://schemas.microsoft.com/office/drawing/2014/main" id="{DD80CA03-E776-4C37-99F8-F19CB26B3D3E}"/>
              </a:ext>
            </a:extLst>
          </p:cNvPr>
          <p:cNvSpPr>
            <a:spLocks xmlns:a="http://schemas.openxmlformats.org/drawingml/2006/main" noGrp="1"/>
          </p:cNvSpPr>
          <p:nvPr>
            <p:ph type="sldNum" idx="12"/>
          </p:nvPr>
        </p:nvSpPr>
        <p:spPr>
          <a:xfrm xmlns:a="http://schemas.openxmlformats.org/drawingml/2006/main">
            <a:off x="10422944" y="6356350"/>
            <a:ext cx="2743200" cy="365125"/>
          </a:xfrm>
        </p:spPr>
        <p:txBody>
          <a:bodyPr xmlns:a="http://schemas.openxmlformats.org/drawingml/2006/main"/>
          <a:lstStyle xmlns:a="http://schemas.openxmlformats.org/drawingml/2006/main">
            <a:lvl1pPr algn="ctr">
              <a:buNone/>
              <a:defRPr>
                <a:solidFill>
                  <a:schemeClr val="bg1"/>
                </a:solidFill>
              </a:defRPr>
            </a:lvl1pPr>
          </a:lstStyle>
          <a:p xmlns:a="http://schemas.openxmlformats.org/drawingml/2006/main">
            <a:fld id="{48F63A3B-78C7-47BE-AE5E-E10140E04643}" type="slidenum">
              <a:t>‹#›</a:t>
            </a:fld>
            <a:endParaRPr/>
          </a:p>
        </p:txBody>
      </p:sp>
      <p:sp>
        <p:nvSpPr>
          <p:cNvPr id="24" name="Freeform 23">
            <a:extLst xmlns:a="http://schemas.openxmlformats.org/drawingml/2006/main">
              <a:ext uri="{FF2B5EF4-FFF2-40B4-BE49-F238E27FC236}">
                <a16:creationId xmlns:a16="http://schemas.microsoft.com/office/drawing/2014/main" id="{DCEAF726-95E1-8A34-13F1-109FB98C6990}"/>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sldLayout>
</file>

<file path=ppt/slideLayouts/slideLayout8.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99BDCA-A8B8-41B0-9196-912CA88882B8}"/>
              </a:ext>
            </a:extLst>
          </p:cNvPr>
          <p:cNvSpPr>
            <a:spLocks xmlns:a="http://schemas.openxmlformats.org/drawingml/2006/main" noGrp="1"/>
          </p:cNvSpPr>
          <p:nvPr>
            <p:ph type="title" idx="0"/>
          </p:nvPr>
        </p:nvSpPr>
        <p:spPr>
          <a:xfrm xmlns:a="http://schemas.openxmlformats.org/drawingml/2006/main">
            <a:off x="606000" y="898975"/>
            <a:ext cx="10980000" cy="841231"/>
          </a:xfrm>
        </p:spPr>
        <p:txBody>
          <a:bodyPr xmlns:a="http://schemas.openxmlformats.org/drawingml/2006/main">
            <a:normAutofit/>
          </a:bodyPr>
          <a:lstStyle xmlns:a="http://schemas.openxmlformats.org/drawingml/2006/main">
            <a:lvl1pPr marL="0" indent="0" algn="l" defTabSz="914400">
              <a:lnSpc>
                <a:spcPct val="90000"/>
              </a:lnSpc>
              <a:spcBef>
                <a:spcPct val="0"/>
              </a:spcBef>
              <a:buFont typeface="+mj-lt"/>
              <a:buNone/>
              <a:defRPr sz="4400" b="1" kern="1200">
                <a:gradFill flip="none" rotWithShape="1">
                  <a:gsLst>
                    <a:gs pos="0">
                      <a:schemeClr val="accent4">
                        <a:lumMod val="75000"/>
                      </a:schemeClr>
                    </a:gs>
                    <a:gs pos="100000">
                      <a:schemeClr val="accent3">
                        <a:lumMod val="75000"/>
                      </a:schemeClr>
                    </a:gs>
                  </a:gsLst>
                  <a:lin ang="16200000" scaled="1"/>
                  <a:tileRect/>
                </a:gradFill>
                <a:latin typeface="+mj-lt"/>
                <a:ea typeface="+mj-lt"/>
                <a:cs typeface="+mj-lt"/>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2074403-AAC6-4693-A1BA-C0BE5569E975}"/>
              </a:ext>
            </a:extLst>
          </p:cNvPr>
          <p:cNvSpPr>
            <a:spLocks xmlns:a="http://schemas.openxmlformats.org/drawingml/2006/main" noGrp="1"/>
          </p:cNvSpPr>
          <p:nvPr>
            <p:ph idx="1"/>
          </p:nvPr>
        </p:nvSpPr>
        <p:spPr>
          <a:xfrm xmlns:a="http://schemas.openxmlformats.org/drawingml/2006/main">
            <a:off x="616856" y="2006210"/>
            <a:ext cx="5310000" cy="417075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1A933CE6-EAAB-4C5F-980A-10E47D90D867}"/>
              </a:ext>
            </a:extLst>
          </p:cNvPr>
          <p:cNvSpPr>
            <a:spLocks xmlns:a="http://schemas.openxmlformats.org/drawingml/2006/main" noGrp="1"/>
          </p:cNvSpPr>
          <p:nvPr>
            <p:ph idx="2"/>
          </p:nvPr>
        </p:nvSpPr>
        <p:spPr>
          <a:xfrm xmlns:a="http://schemas.openxmlformats.org/drawingml/2006/main">
            <a:off x="6276000" y="2006210"/>
            <a:ext cx="5310000" cy="417075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B3450DF9-D0AF-4A60-BB93-3174307E59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04E05FC-80DB-0148-874D-D86DE9D2ADC5}" type="datetime3">
              <a:t>31 March 2024</a:t>
            </a:fld>
            <a:endParaRPr/>
          </a:p>
        </p:txBody>
      </p:sp>
      <p:sp>
        <p:nvSpPr>
          <p:cNvPr id="6" name="Footer Placeholder 5">
            <a:extLst xmlns:a="http://schemas.openxmlformats.org/drawingml/2006/main">
              <a:ext uri="{FF2B5EF4-FFF2-40B4-BE49-F238E27FC236}">
                <a16:creationId xmlns:a16="http://schemas.microsoft.com/office/drawing/2014/main" id="{184F1516-2B80-4B37-A6EF-E4048F39263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8" name="Rectangle 7">
            <a:extLst xmlns:a="http://schemas.openxmlformats.org/drawingml/2006/main">
              <a:ext uri="{FF2B5EF4-FFF2-40B4-BE49-F238E27FC236}">
                <a16:creationId xmlns:a16="http://schemas.microsoft.com/office/drawing/2014/main" id="{555501B7-06E2-F246-2BAD-EAF23122D87C}"/>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rgbClr val="38EF7D"/>
              </a:gs>
              <a:gs pos="100000">
                <a:srgbClr val="11998E"/>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22FA2C82-F7CF-516D-BCFE-BD30ECC9EA5A}"/>
              </a:ext>
            </a:extLst>
          </p:cNvPr>
          <p:cNvSpPr>
            <a:spLocks xmlns:a="http://schemas.openxmlformats.org/drawingml/2006/main" noGrp="1"/>
          </p:cNvSpPr>
          <p:nvPr/>
        </p:nvSpPr>
        <p:spPr>
          <a:xfrm xmlns:a="http://schemas.openxmlformats.org/drawingml/2006/main" rot="5400000" flipV="1">
            <a:off x="5778984" y="-5781463"/>
            <a:ext cx="631552" cy="12194479"/>
          </a:xfrm>
          <a:prstGeom xmlns:a="http://schemas.openxmlformats.org/drawingml/2006/main" prst="rect">
            <a:avLst/>
          </a:prstGeom>
          <a:blipFill xmlns:a="http://schemas.openxmlformats.org/drawingml/2006/main">
            <a:blip xmlns:r="http://schemas.openxmlformats.org/officeDocument/2006/relationships" r:embed="R9437d1b385fc4236"/>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11B8F8FF-3914-88F4-7096-A2992F1DABC0}"/>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2" name="Rounded Rectangle 11">
            <a:extLst xmlns:a="http://schemas.openxmlformats.org/drawingml/2006/main">
              <a:ext uri="{FF2B5EF4-FFF2-40B4-BE49-F238E27FC236}">
                <a16:creationId xmlns:a16="http://schemas.microsoft.com/office/drawing/2014/main" id="{87F4C074-B87D-1D6E-559E-9B5F5A6D59D5}"/>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Rounded Rectangle 12">
            <a:extLst xmlns:a="http://schemas.openxmlformats.org/drawingml/2006/main">
              <a:ext uri="{FF2B5EF4-FFF2-40B4-BE49-F238E27FC236}">
                <a16:creationId xmlns:a16="http://schemas.microsoft.com/office/drawing/2014/main" id="{051A38B1-9970-6D8A-99F0-1519F63F8C21}"/>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4" name="Picture 13">
            <a:extLst xmlns:a="http://schemas.openxmlformats.org/drawingml/2006/main">
              <a:ext uri="{FF2B5EF4-FFF2-40B4-BE49-F238E27FC236}">
                <a16:creationId xmlns:a16="http://schemas.microsoft.com/office/drawing/2014/main" id="{06A64658-EEC0-49CB-A34E-9CDB117609D7}"/>
              </a:ext>
            </a:extLst>
          </p:cNvPr>
          <p:cNvPicPr>
            <a:picLocks xmlns:a="http://schemas.openxmlformats.org/drawingml/2006/main" noChangeAspect="1"/>
          </p:cNvPicPr>
          <p:nvPr/>
        </p:nvPicPr>
        <p:blipFill>
          <a:blip xmlns:r="http://schemas.openxmlformats.org/officeDocument/2006/relationships" xmlns:a="http://schemas.openxmlformats.org/drawingml/2006/main" r:embed="R5c3f00d68dca4463"/>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5" name="Picture 14">
            <a:extLst xmlns:a="http://schemas.openxmlformats.org/drawingml/2006/main">
              <a:ext uri="{FF2B5EF4-FFF2-40B4-BE49-F238E27FC236}">
                <a16:creationId xmlns:a16="http://schemas.microsoft.com/office/drawing/2014/main" id="{4F7F350D-8101-4FAF-81E4-3EFF9780E204}"/>
              </a:ext>
            </a:extLst>
          </p:cNvPr>
          <p:cNvPicPr>
            <a:picLocks xmlns:a="http://schemas.openxmlformats.org/drawingml/2006/main" noChangeAspect="1"/>
          </p:cNvPicPr>
          <p:nvPr/>
        </p:nvPicPr>
        <p:blipFill>
          <a:blip xmlns:r="http://schemas.openxmlformats.org/officeDocument/2006/relationships" xmlns:a="http://schemas.openxmlformats.org/drawingml/2006/main" r:embed="Rd198131e6c384111"/>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17" name="Oval 16">
            <a:extLst xmlns:a="http://schemas.openxmlformats.org/drawingml/2006/main">
              <a:ext uri="{FF2B5EF4-FFF2-40B4-BE49-F238E27FC236}">
                <a16:creationId xmlns:a16="http://schemas.microsoft.com/office/drawing/2014/main" id="{1D9D6F2C-9702-AFF6-0F7A-DB2E2C1FF67A}"/>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Oval 17">
            <a:extLst xmlns:a="http://schemas.openxmlformats.org/drawingml/2006/main">
              <a:ext uri="{FF2B5EF4-FFF2-40B4-BE49-F238E27FC236}">
                <a16:creationId xmlns:a16="http://schemas.microsoft.com/office/drawing/2014/main" id="{FFED086E-27AD-496B-CF1A-0F2B00E50490}"/>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Freeform 18">
            <a:extLst xmlns:a="http://schemas.openxmlformats.org/drawingml/2006/main">
              <a:ext uri="{FF2B5EF4-FFF2-40B4-BE49-F238E27FC236}">
                <a16:creationId xmlns:a16="http://schemas.microsoft.com/office/drawing/2014/main" id="{C849CBBA-8A36-61D9-7C3A-A5B8C98344BA}"/>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7" name="Slide Number Placeholder 6">
            <a:extLst xmlns:a="http://schemas.openxmlformats.org/drawingml/2006/main">
              <a:ext uri="{FF2B5EF4-FFF2-40B4-BE49-F238E27FC236}">
                <a16:creationId xmlns:a16="http://schemas.microsoft.com/office/drawing/2014/main" id="{68FCD41A-AAB8-495B-9736-F8C747BD5FA5}"/>
              </a:ext>
            </a:extLst>
          </p:cNvPr>
          <p:cNvSpPr>
            <a:spLocks xmlns:a="http://schemas.openxmlformats.org/drawingml/2006/main" noGrp="1"/>
          </p:cNvSpPr>
          <p:nvPr>
            <p:ph type="sldNum" idx="12"/>
          </p:nvPr>
        </p:nvSpPr>
        <p:spPr>
          <a:xfrm xmlns:a="http://schemas.openxmlformats.org/drawingml/2006/main">
            <a:off x="10409692" y="6356350"/>
            <a:ext cx="2743200" cy="365125"/>
          </a:xfrm>
        </p:spPr>
        <p:txBody>
          <a:bodyPr xmlns:a="http://schemas.openxmlformats.org/drawingml/2006/main"/>
          <a:lstStyle xmlns:a="http://schemas.openxmlformats.org/drawingml/2006/main">
            <a:lvl1pPr algn="ctr">
              <a:buNone/>
              <a:defRPr b="1">
                <a:solidFill>
                  <a:schemeClr val="bg1"/>
                </a:solidFill>
              </a:defRPr>
            </a:lvl1pPr>
          </a:lstStyle>
          <a:p xmlns:a="http://schemas.openxmlformats.org/drawingml/2006/main">
            <a:fld id="{48F63A3B-78C7-47BE-AE5E-E10140E04643}" type="slidenum">
              <a:t>‹#›</a:t>
            </a:fld>
            <a:endParaRPr/>
          </a:p>
        </p:txBody>
      </p:sp>
    </p:spTree>
  </p:cSld>
</p:sldLayout>
</file>

<file path=ppt/slideLayouts/slideLayout9.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F3F92C3-BABF-489E-9EA1-5458D511824F}"/>
              </a:ext>
            </a:extLst>
          </p:cNvPr>
          <p:cNvSpPr>
            <a:spLocks xmlns:a="http://schemas.openxmlformats.org/drawingml/2006/main" noGrp="1"/>
          </p:cNvSpPr>
          <p:nvPr>
            <p:ph type="title" idx="0"/>
          </p:nvPr>
        </p:nvSpPr>
        <p:spPr>
          <a:xfrm xmlns:a="http://schemas.openxmlformats.org/drawingml/2006/main">
            <a:off x="606000" y="891895"/>
            <a:ext cx="10980000" cy="989289"/>
          </a:xfrm>
        </p:spPr>
        <p:txBody>
          <a:bodyPr xmlns:a="http://schemas.openxmlformats.org/drawingml/2006/main">
            <a:normAutofit/>
          </a:bodyPr>
          <a:lstStyle xmlns:a="http://schemas.openxmlformats.org/drawingml/2006/main">
            <a:lvl1pPr marL="0" indent="0" algn="l" defTabSz="914400">
              <a:lnSpc>
                <a:spcPct val="90000"/>
              </a:lnSpc>
              <a:spcBef>
                <a:spcPct val="0"/>
              </a:spcBef>
              <a:buFont typeface="+mj-lt"/>
              <a:buNone/>
              <a:defRPr sz="4400" b="1" kern="1200">
                <a:gradFill flip="none" rotWithShape="1">
                  <a:gsLst>
                    <a:gs pos="0">
                      <a:schemeClr val="accent4">
                        <a:lumMod val="75000"/>
                      </a:schemeClr>
                    </a:gs>
                    <a:gs pos="100000">
                      <a:schemeClr val="accent3">
                        <a:lumMod val="75000"/>
                      </a:schemeClr>
                    </a:gs>
                  </a:gsLst>
                  <a:lin ang="16200000" scaled="1"/>
                  <a:tileRect/>
                </a:gradFill>
                <a:latin typeface="+mj-lt"/>
                <a:ea typeface="+mj-lt"/>
                <a:cs typeface="+mj-lt"/>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28AD80D-CC8B-43DF-B02B-12F1179AACDC}"/>
              </a:ext>
            </a:extLst>
          </p:cNvPr>
          <p:cNvSpPr>
            <a:spLocks xmlns:a="http://schemas.openxmlformats.org/drawingml/2006/main" noGrp="1"/>
          </p:cNvSpPr>
          <p:nvPr>
            <p:ph type="body" idx="1"/>
          </p:nvPr>
        </p:nvSpPr>
        <p:spPr>
          <a:xfrm xmlns:a="http://schemas.openxmlformats.org/drawingml/2006/main">
            <a:off x="606001" y="1992588"/>
            <a:ext cx="5310000" cy="643036"/>
          </a:xfrm>
        </p:spPr>
        <p:txBody>
          <a:bodyPr xmlns:a="http://schemas.openxmlformats.org/drawingml/2006/main" anchor="ctr"/>
          <a:lstStyle xmlns:a="http://schemas.openxmlformats.org/drawingml/2006/main">
            <a:lvl1pPr marL="0" indent="0">
              <a:buNone/>
              <a:defRPr sz="2400" b="1">
                <a:gradFill flip="none" rotWithShape="1">
                  <a:gsLst>
                    <a:gs pos="0">
                      <a:schemeClr val="accent6"/>
                    </a:gs>
                    <a:gs pos="100000">
                      <a:schemeClr val="accent5"/>
                    </a:gs>
                  </a:gsLst>
                  <a:lin ang="2700000" scaled="1"/>
                  <a:tileRect/>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A4263ABF-3892-4A13-A725-ED665FF6FBDD}"/>
              </a:ext>
            </a:extLst>
          </p:cNvPr>
          <p:cNvSpPr>
            <a:spLocks xmlns:a="http://schemas.openxmlformats.org/drawingml/2006/main" noGrp="1"/>
          </p:cNvSpPr>
          <p:nvPr>
            <p:ph idx="2"/>
          </p:nvPr>
        </p:nvSpPr>
        <p:spPr>
          <a:xfrm xmlns:a="http://schemas.openxmlformats.org/drawingml/2006/main">
            <a:off x="606001" y="2747028"/>
            <a:ext cx="5310000" cy="3442635"/>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F3E4D00-B7B6-4E13-8C32-0AA1D59D441B}"/>
              </a:ext>
            </a:extLst>
          </p:cNvPr>
          <p:cNvSpPr>
            <a:spLocks xmlns:a="http://schemas.openxmlformats.org/drawingml/2006/main" noGrp="1"/>
          </p:cNvSpPr>
          <p:nvPr>
            <p:ph type="body" idx="3"/>
          </p:nvPr>
        </p:nvSpPr>
        <p:spPr>
          <a:xfrm xmlns:a="http://schemas.openxmlformats.org/drawingml/2006/main">
            <a:off x="6276000" y="1992588"/>
            <a:ext cx="5310000" cy="643036"/>
          </a:xfrm>
        </p:spPr>
        <p:txBody>
          <a:bodyPr xmlns:a="http://schemas.openxmlformats.org/drawingml/2006/main" anchor="ctr">
            <a:normAutofit/>
          </a:bodyPr>
          <a:lstStyle xmlns:a="http://schemas.openxmlformats.org/drawingml/2006/main">
            <a:lvl1pPr marL="0" indent="0">
              <a:buNone/>
              <a:defRPr sz="2400" b="1" kern="1200">
                <a:gradFill flip="none" rotWithShape="1">
                  <a:gsLst>
                    <a:gs pos="0">
                      <a:schemeClr val="accent6"/>
                    </a:gs>
                    <a:gs pos="100000">
                      <a:schemeClr val="accent5"/>
                    </a:gs>
                  </a:gsLst>
                  <a:lin ang="2700000" scaled="1"/>
                  <a:tileRect/>
                </a:gradFill>
                <a:latin typeface="+mn-lt"/>
                <a:ea typeface="+mn-lt"/>
                <a:cs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marL="0" lvl="0" indent="0" algn="l" defTabSz="914400">
              <a:lnSpc>
                <a:spcPct val="90000"/>
              </a:lnSpc>
              <a:spcBef>
                <a:spcPts val="1000"/>
              </a:spcBef>
              <a:buFont typeface="Arial"/>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151D70DD-5CC4-4FE9-A863-CE57EFD728AB}"/>
              </a:ext>
            </a:extLst>
          </p:cNvPr>
          <p:cNvSpPr>
            <a:spLocks xmlns:a="http://schemas.openxmlformats.org/drawingml/2006/main" noGrp="1"/>
          </p:cNvSpPr>
          <p:nvPr>
            <p:ph idx="4"/>
          </p:nvPr>
        </p:nvSpPr>
        <p:spPr>
          <a:xfrm xmlns:a="http://schemas.openxmlformats.org/drawingml/2006/main">
            <a:off x="6276000" y="2747028"/>
            <a:ext cx="5310000" cy="3442635"/>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8FFC560A-FC9B-4FAF-A22E-DDF152C105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EA5D97B-A544-724E-B7AA-E954CECFEC59}" type="datetime3">
              <a:t>31 March 2024</a:t>
            </a:fld>
            <a:endParaRPr/>
          </a:p>
        </p:txBody>
      </p:sp>
      <p:sp>
        <p:nvSpPr>
          <p:cNvPr id="8" name="Footer Placeholder 7">
            <a:extLst xmlns:a="http://schemas.openxmlformats.org/drawingml/2006/main">
              <a:ext uri="{FF2B5EF4-FFF2-40B4-BE49-F238E27FC236}">
                <a16:creationId xmlns:a16="http://schemas.microsoft.com/office/drawing/2014/main" id="{B1951219-4176-4268-BA8C-41E107B2CDC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10" name="Rectangle 9">
            <a:extLst xmlns:a="http://schemas.openxmlformats.org/drawingml/2006/main">
              <a:ext uri="{FF2B5EF4-FFF2-40B4-BE49-F238E27FC236}">
                <a16:creationId xmlns:a16="http://schemas.microsoft.com/office/drawing/2014/main" id="{59F7C7FE-91AA-777B-FCF1-8DFE0AC663E2}"/>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rgbClr val="38EF7D"/>
              </a:gs>
              <a:gs pos="100000">
                <a:srgbClr val="11998E"/>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ectangle 10">
            <a:extLst xmlns:a="http://schemas.openxmlformats.org/drawingml/2006/main">
              <a:ext uri="{FF2B5EF4-FFF2-40B4-BE49-F238E27FC236}">
                <a16:creationId xmlns:a16="http://schemas.microsoft.com/office/drawing/2014/main" id="{8A62D67D-95A8-A852-CF14-572C6CE00ED0}"/>
              </a:ext>
            </a:extLst>
          </p:cNvPr>
          <p:cNvSpPr>
            <a:spLocks xmlns:a="http://schemas.openxmlformats.org/drawingml/2006/main" noGrp="1"/>
          </p:cNvSpPr>
          <p:nvPr/>
        </p:nvSpPr>
        <p:spPr>
          <a:xfrm xmlns:a="http://schemas.openxmlformats.org/drawingml/2006/main" rot="5400000" flipV="1">
            <a:off x="5778984" y="-5781463"/>
            <a:ext cx="631552" cy="12194479"/>
          </a:xfrm>
          <a:prstGeom xmlns:a="http://schemas.openxmlformats.org/drawingml/2006/main" prst="rect">
            <a:avLst/>
          </a:prstGeom>
          <a:blipFill xmlns:a="http://schemas.openxmlformats.org/drawingml/2006/main">
            <a:blip xmlns:r="http://schemas.openxmlformats.org/officeDocument/2006/relationships" r:embed="R5fc123b8b6ed48c5"/>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6971CB91-0E23-8BF0-4ADC-5082D6650DF4}"/>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4" name="Rounded Rectangle 13">
            <a:extLst xmlns:a="http://schemas.openxmlformats.org/drawingml/2006/main">
              <a:ext uri="{FF2B5EF4-FFF2-40B4-BE49-F238E27FC236}">
                <a16:creationId xmlns:a16="http://schemas.microsoft.com/office/drawing/2014/main" id="{1CF0A3C9-A5C5-7885-0000-B445E4181054}"/>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Rounded Rectangle 14">
            <a:extLst xmlns:a="http://schemas.openxmlformats.org/drawingml/2006/main">
              <a:ext uri="{FF2B5EF4-FFF2-40B4-BE49-F238E27FC236}">
                <a16:creationId xmlns:a16="http://schemas.microsoft.com/office/drawing/2014/main" id="{2A842F66-7AA0-4602-5FF9-D5131812A65A}"/>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6" name="Picture 15">
            <a:extLst xmlns:a="http://schemas.openxmlformats.org/drawingml/2006/main">
              <a:ext uri="{FF2B5EF4-FFF2-40B4-BE49-F238E27FC236}">
                <a16:creationId xmlns:a16="http://schemas.microsoft.com/office/drawing/2014/main" id="{465CBEBE-E69C-4703-A963-7A86E2917AA1}"/>
              </a:ext>
            </a:extLst>
          </p:cNvPr>
          <p:cNvPicPr>
            <a:picLocks xmlns:a="http://schemas.openxmlformats.org/drawingml/2006/main" noChangeAspect="1"/>
          </p:cNvPicPr>
          <p:nvPr/>
        </p:nvPicPr>
        <p:blipFill>
          <a:blip xmlns:r="http://schemas.openxmlformats.org/officeDocument/2006/relationships" xmlns:a="http://schemas.openxmlformats.org/drawingml/2006/main" r:embed="R165a2e6db5004563"/>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7" name="Picture 16">
            <a:extLst xmlns:a="http://schemas.openxmlformats.org/drawingml/2006/main">
              <a:ext uri="{FF2B5EF4-FFF2-40B4-BE49-F238E27FC236}">
                <a16:creationId xmlns:a16="http://schemas.microsoft.com/office/drawing/2014/main" id="{1FD0914F-C6BC-4380-8683-C30E4D35C579}"/>
              </a:ext>
            </a:extLst>
          </p:cNvPr>
          <p:cNvPicPr>
            <a:picLocks xmlns:a="http://schemas.openxmlformats.org/drawingml/2006/main" noChangeAspect="1"/>
          </p:cNvPicPr>
          <p:nvPr/>
        </p:nvPicPr>
        <p:blipFill>
          <a:blip xmlns:r="http://schemas.openxmlformats.org/officeDocument/2006/relationships" xmlns:a="http://schemas.openxmlformats.org/drawingml/2006/main" r:embed="Re0732f2b582a4e1b"/>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19" name="Oval 18">
            <a:extLst xmlns:a="http://schemas.openxmlformats.org/drawingml/2006/main">
              <a:ext uri="{FF2B5EF4-FFF2-40B4-BE49-F238E27FC236}">
                <a16:creationId xmlns:a16="http://schemas.microsoft.com/office/drawing/2014/main" id="{B944A9A0-279D-4287-22A6-B50BEFA9D41A}"/>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Oval 19">
            <a:extLst xmlns:a="http://schemas.openxmlformats.org/drawingml/2006/main">
              <a:ext uri="{FF2B5EF4-FFF2-40B4-BE49-F238E27FC236}">
                <a16:creationId xmlns:a16="http://schemas.microsoft.com/office/drawing/2014/main" id="{759E2F26-1088-5258-841C-AB0BAAE822E4}"/>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Freeform 20">
            <a:extLst xmlns:a="http://schemas.openxmlformats.org/drawingml/2006/main">
              <a:ext uri="{FF2B5EF4-FFF2-40B4-BE49-F238E27FC236}">
                <a16:creationId xmlns:a16="http://schemas.microsoft.com/office/drawing/2014/main" id="{E418F7BB-B3EC-2462-55FF-B70CB9656121}"/>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9" name="Slide Number Placeholder 8">
            <a:extLst xmlns:a="http://schemas.openxmlformats.org/drawingml/2006/main">
              <a:ext uri="{FF2B5EF4-FFF2-40B4-BE49-F238E27FC236}">
                <a16:creationId xmlns:a16="http://schemas.microsoft.com/office/drawing/2014/main" id="{5DEEE4D8-5523-46DF-9BE4-7B5B03582B52}"/>
              </a:ext>
            </a:extLst>
          </p:cNvPr>
          <p:cNvSpPr>
            <a:spLocks xmlns:a="http://schemas.openxmlformats.org/drawingml/2006/main" noGrp="1"/>
          </p:cNvSpPr>
          <p:nvPr>
            <p:ph type="sldNum" idx="12"/>
          </p:nvPr>
        </p:nvSpPr>
        <p:spPr>
          <a:xfrm xmlns:a="http://schemas.openxmlformats.org/drawingml/2006/main">
            <a:off x="10409692" y="6356350"/>
            <a:ext cx="2743200" cy="365125"/>
          </a:xfrm>
        </p:spPr>
        <p:txBody>
          <a:bodyPr xmlns:a="http://schemas.openxmlformats.org/drawingml/2006/main"/>
          <a:lstStyle xmlns:a="http://schemas.openxmlformats.org/drawingml/2006/main">
            <a:lvl1pPr algn="ctr">
              <a:buNone/>
              <a:defRPr b="1">
                <a:solidFill>
                  <a:schemeClr val="bg1"/>
                </a:solidFill>
              </a:defRPr>
            </a:lvl1pPr>
          </a:lstStyle>
          <a:p xmlns:a="http://schemas.openxmlformats.org/drawingml/2006/main">
            <a:fld id="{48F63A3B-78C7-47BE-AE5E-E10140E04643}" type="slidenum">
              <a:t>‹#›</a:t>
            </a:fld>
            <a:endParaRPr/>
          </a:p>
        </p:txBody>
      </p:sp>
    </p:spTree>
  </p:cSld>
</p:sldLayout>
</file>

<file path=ppt/slideLayouts/slideLayout10.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C3EC708-B888-49F5-86B0-5922A309F35F}"/>
              </a:ext>
            </a:extLst>
          </p:cNvPr>
          <p:cNvSpPr>
            <a:spLocks xmlns:a="http://schemas.openxmlformats.org/drawingml/2006/main" noGrp="1"/>
          </p:cNvSpPr>
          <p:nvPr>
            <p:ph type="title" idx="0"/>
          </p:nvPr>
        </p:nvSpPr>
        <p:spPr>
          <a:xfrm xmlns:a="http://schemas.openxmlformats.org/drawingml/2006/main">
            <a:off x="606000" y="977990"/>
            <a:ext cx="10980000" cy="986400"/>
          </a:xfrm>
        </p:spPr>
        <p:txBody>
          <a:bodyPr xmlns:a="http://schemas.openxmlformats.org/drawingml/2006/main">
            <a:normAutofit/>
          </a:bodyPr>
          <a:lstStyle xmlns:a="http://schemas.openxmlformats.org/drawingml/2006/main">
            <a:lvl1pPr marL="0" indent="0" algn="l" defTabSz="914400">
              <a:lnSpc>
                <a:spcPct val="90000"/>
              </a:lnSpc>
              <a:spcBef>
                <a:spcPct val="0"/>
              </a:spcBef>
              <a:buFont typeface="+mj-lt"/>
              <a:buNone/>
              <a:defRPr sz="4400" b="1" kern="1200">
                <a:gradFill flip="none" rotWithShape="1">
                  <a:gsLst>
                    <a:gs pos="0">
                      <a:schemeClr val="accent4">
                        <a:lumMod val="75000"/>
                      </a:schemeClr>
                    </a:gs>
                    <a:gs pos="100000">
                      <a:schemeClr val="accent3">
                        <a:lumMod val="75000"/>
                      </a:schemeClr>
                    </a:gs>
                  </a:gsLst>
                  <a:lin ang="16200000" scaled="1"/>
                  <a:tileRect/>
                </a:gradFill>
                <a:latin typeface="+mj-lt"/>
                <a:ea typeface="+mj-lt"/>
                <a:cs typeface="+mj-lt"/>
              </a:defRPr>
            </a:lvl1pPr>
          </a:lstStyle>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719E5E2E-5CB9-42FC-A2F1-33504F57BDF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1720595-1D13-FB4B-A345-0906822BCC7D}" type="datetime3">
              <a:t>31 March 2024</a:t>
            </a:fld>
            <a:endParaRPr/>
          </a:p>
        </p:txBody>
      </p:sp>
      <p:sp>
        <p:nvSpPr>
          <p:cNvPr id="4" name="Footer Placeholder 3">
            <a:extLst xmlns:a="http://schemas.openxmlformats.org/drawingml/2006/main">
              <a:ext uri="{FF2B5EF4-FFF2-40B4-BE49-F238E27FC236}">
                <a16:creationId xmlns:a16="http://schemas.microsoft.com/office/drawing/2014/main" id="{5D15C169-C678-4764-B3DA-E5D383F710A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6" name="Rectangle 5">
            <a:extLst xmlns:a="http://schemas.openxmlformats.org/drawingml/2006/main">
              <a:ext uri="{FF2B5EF4-FFF2-40B4-BE49-F238E27FC236}">
                <a16:creationId xmlns:a16="http://schemas.microsoft.com/office/drawing/2014/main" id="{23636FC2-729D-C9CA-CC90-21D4CBEC73A2}"/>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rgbClr val="38EF7D"/>
              </a:gs>
              <a:gs pos="100000">
                <a:srgbClr val="11998E"/>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CAA385C0-495A-0190-FBE8-231CFC660C3A}"/>
              </a:ext>
            </a:extLst>
          </p:cNvPr>
          <p:cNvSpPr>
            <a:spLocks xmlns:a="http://schemas.openxmlformats.org/drawingml/2006/main" noGrp="1"/>
          </p:cNvSpPr>
          <p:nvPr/>
        </p:nvSpPr>
        <p:spPr>
          <a:xfrm xmlns:a="http://schemas.openxmlformats.org/drawingml/2006/main" rot="5400000" flipV="1">
            <a:off x="5778984" y="-5781463"/>
            <a:ext cx="631552" cy="12194479"/>
          </a:xfrm>
          <a:prstGeom xmlns:a="http://schemas.openxmlformats.org/drawingml/2006/main" prst="rect">
            <a:avLst/>
          </a:prstGeom>
          <a:blipFill xmlns:a="http://schemas.openxmlformats.org/drawingml/2006/main">
            <a:blip xmlns:r="http://schemas.openxmlformats.org/officeDocument/2006/relationships" r:embed="Rdd0e2b0e0bdc4d51"/>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AD6AA5F0-C810-9BFE-4A24-47254E96DDA4}"/>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0" name="Rounded Rectangle 9">
            <a:extLst xmlns:a="http://schemas.openxmlformats.org/drawingml/2006/main">
              <a:ext uri="{FF2B5EF4-FFF2-40B4-BE49-F238E27FC236}">
                <a16:creationId xmlns:a16="http://schemas.microsoft.com/office/drawing/2014/main" id="{FA9113C1-A485-B1D0-18A2-2B4ACB6C023B}"/>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ounded Rectangle 10">
            <a:extLst xmlns:a="http://schemas.openxmlformats.org/drawingml/2006/main">
              <a:ext uri="{FF2B5EF4-FFF2-40B4-BE49-F238E27FC236}">
                <a16:creationId xmlns:a16="http://schemas.microsoft.com/office/drawing/2014/main" id="{581A74BC-FADD-5AAC-4592-F1F01A7FEE2B}"/>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2" name="Picture 11">
            <a:extLst xmlns:a="http://schemas.openxmlformats.org/drawingml/2006/main">
              <a:ext uri="{FF2B5EF4-FFF2-40B4-BE49-F238E27FC236}">
                <a16:creationId xmlns:a16="http://schemas.microsoft.com/office/drawing/2014/main" id="{97DE70EA-516E-4CB5-A918-4950B263DD92}"/>
              </a:ext>
            </a:extLst>
          </p:cNvPr>
          <p:cNvPicPr>
            <a:picLocks xmlns:a="http://schemas.openxmlformats.org/drawingml/2006/main" noChangeAspect="1"/>
          </p:cNvPicPr>
          <p:nvPr/>
        </p:nvPicPr>
        <p:blipFill>
          <a:blip xmlns:r="http://schemas.openxmlformats.org/officeDocument/2006/relationships" xmlns:a="http://schemas.openxmlformats.org/drawingml/2006/main" r:embed="Rd8ca017be5d74552"/>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3" name="Picture 12">
            <a:extLst xmlns:a="http://schemas.openxmlformats.org/drawingml/2006/main">
              <a:ext uri="{FF2B5EF4-FFF2-40B4-BE49-F238E27FC236}">
                <a16:creationId xmlns:a16="http://schemas.microsoft.com/office/drawing/2014/main" id="{91834CFA-0919-4256-8AB0-42A0D28BF9D8}"/>
              </a:ext>
            </a:extLst>
          </p:cNvPr>
          <p:cNvPicPr>
            <a:picLocks xmlns:a="http://schemas.openxmlformats.org/drawingml/2006/main" noChangeAspect="1"/>
          </p:cNvPicPr>
          <p:nvPr/>
        </p:nvPicPr>
        <p:blipFill>
          <a:blip xmlns:r="http://schemas.openxmlformats.org/officeDocument/2006/relationships" xmlns:a="http://schemas.openxmlformats.org/drawingml/2006/main" r:embed="Rbed2d86a0bfe413c"/>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15" name="Oval 14">
            <a:extLst xmlns:a="http://schemas.openxmlformats.org/drawingml/2006/main">
              <a:ext uri="{FF2B5EF4-FFF2-40B4-BE49-F238E27FC236}">
                <a16:creationId xmlns:a16="http://schemas.microsoft.com/office/drawing/2014/main" id="{E6F2E26B-6E6E-A080-698A-20804C4088BF}"/>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Oval 15">
            <a:extLst xmlns:a="http://schemas.openxmlformats.org/drawingml/2006/main">
              <a:ext uri="{FF2B5EF4-FFF2-40B4-BE49-F238E27FC236}">
                <a16:creationId xmlns:a16="http://schemas.microsoft.com/office/drawing/2014/main" id="{6E87EB44-478E-3F0B-3713-00B3ED19FFD9}"/>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Freeform 16">
            <a:extLst xmlns:a="http://schemas.openxmlformats.org/drawingml/2006/main">
              <a:ext uri="{FF2B5EF4-FFF2-40B4-BE49-F238E27FC236}">
                <a16:creationId xmlns:a16="http://schemas.microsoft.com/office/drawing/2014/main" id="{725A6CA3-8A6F-8240-FE9F-93A63D7F2742}"/>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5" name="Slide Number Placeholder 4">
            <a:extLst xmlns:a="http://schemas.openxmlformats.org/drawingml/2006/main">
              <a:ext uri="{FF2B5EF4-FFF2-40B4-BE49-F238E27FC236}">
                <a16:creationId xmlns:a16="http://schemas.microsoft.com/office/drawing/2014/main" id="{9861B6E0-E183-407F-8AD8-87D695DFF339}"/>
              </a:ext>
            </a:extLst>
          </p:cNvPr>
          <p:cNvSpPr>
            <a:spLocks xmlns:a="http://schemas.openxmlformats.org/drawingml/2006/main" noGrp="1"/>
          </p:cNvSpPr>
          <p:nvPr>
            <p:ph type="sldNum" idx="12"/>
          </p:nvPr>
        </p:nvSpPr>
        <p:spPr>
          <a:xfrm xmlns:a="http://schemas.openxmlformats.org/drawingml/2006/main">
            <a:off x="10409692" y="6356350"/>
            <a:ext cx="2743200" cy="365125"/>
          </a:xfrm>
        </p:spPr>
        <p:txBody>
          <a:bodyPr xmlns:a="http://schemas.openxmlformats.org/drawingml/2006/main"/>
          <a:lstStyle xmlns:a="http://schemas.openxmlformats.org/drawingml/2006/main">
            <a:lvl1pPr algn="ctr">
              <a:buNone/>
              <a:defRPr b="1">
                <a:solidFill>
                  <a:schemeClr val="bg1"/>
                </a:solidFill>
              </a:defRPr>
            </a:lvl1pPr>
          </a:lstStyle>
          <a:p xmlns:a="http://schemas.openxmlformats.org/drawingml/2006/main">
            <a:fld id="{48F63A3B-78C7-47BE-AE5E-E10140E04643}" type="slidenum">
              <a:t>‹#›</a:t>
            </a:fld>
            <a:endParaRPr/>
          </a:p>
        </p:txBody>
      </p:sp>
    </p:spTree>
  </p:cSld>
</p:sldLayout>
</file>

<file path=ppt/slideLayouts/slideLayout11.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25461170-BD85-4A70-9902-2715ACD3DC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95D7E87-33E4-774F-A870-A86FB4A2E684}" type="datetime3">
              <a:t>31 March 2024</a:t>
            </a:fld>
            <a:endParaRPr/>
          </a:p>
        </p:txBody>
      </p:sp>
      <p:sp>
        <p:nvSpPr>
          <p:cNvPr id="3" name="Footer Placeholder 2">
            <a:extLst xmlns:a="http://schemas.openxmlformats.org/drawingml/2006/main">
              <a:ext uri="{FF2B5EF4-FFF2-40B4-BE49-F238E27FC236}">
                <a16:creationId xmlns:a16="http://schemas.microsoft.com/office/drawing/2014/main" id="{AC50D91C-6F8E-4519-B7D1-B3E25F09839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4" name="Slide Number Placeholder 3">
            <a:extLst xmlns:a="http://schemas.openxmlformats.org/drawingml/2006/main">
              <a:ext uri="{FF2B5EF4-FFF2-40B4-BE49-F238E27FC236}">
                <a16:creationId xmlns:a16="http://schemas.microsoft.com/office/drawing/2014/main" id="{3FBC72F1-0DD4-4DBA-8576-FA1EF06CD3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a:t>
            </a:fld>
            <a:endParaRPr/>
          </a:p>
        </p:txBody>
      </p:sp>
    </p:spTree>
  </p:cSld>
</p:sldLayout>
</file>

<file path=ppt/slideLayouts/slideLayout12.xml><?xml version="1.0" encoding="utf-8"?>
<p:sldLayout xmlns:p="http://schemas.openxmlformats.org/presentationml/2006/main" type="blank" preserve="1">
  <p:cSld name="2_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2C777E3-EDA9-4FC2-A6D4-C4242993539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95D7E87-33E4-774F-A870-A86FB4A2E684}" type="datetime3">
              <a:t>31 March 2024</a:t>
            </a:fld>
            <a:endParaRPr/>
          </a:p>
        </p:txBody>
      </p:sp>
      <p:sp>
        <p:nvSpPr>
          <p:cNvPr id="3" name="Footer Placeholder 2">
            <a:extLst xmlns:a="http://schemas.openxmlformats.org/drawingml/2006/main">
              <a:ext uri="{FF2B5EF4-FFF2-40B4-BE49-F238E27FC236}">
                <a16:creationId xmlns:a16="http://schemas.microsoft.com/office/drawing/2014/main" id="{383C20A8-334C-4483-ACB4-4749A34058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4" name="Slide Number Placeholder 3">
            <a:extLst xmlns:a="http://schemas.openxmlformats.org/drawingml/2006/main">
              <a:ext uri="{FF2B5EF4-FFF2-40B4-BE49-F238E27FC236}">
                <a16:creationId xmlns:a16="http://schemas.microsoft.com/office/drawing/2014/main" id="{9BDDBD1E-ABD2-4299-9975-4901205B0BE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a:t>
            </a:fld>
            <a:endParaRPr/>
          </a:p>
        </p:txBody>
      </p:sp>
    </p:spTree>
  </p:cSld>
</p:sldLayout>
</file>

<file path=ppt/slideLayouts/slideLayout13.xml><?xml version="1.0" encoding="utf-8"?>
<p:sldLayout xmlns:p="http://schemas.openxmlformats.org/presentationml/2006/main" type="blank" preserve="1">
  <p:cSld name="1_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BE8D127-4C34-477B-AD8A-B173C737650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95D7E87-33E4-774F-A870-A86FB4A2E684}" type="datetime3">
              <a:t>31 March 2024</a:t>
            </a:fld>
            <a:endParaRPr/>
          </a:p>
        </p:txBody>
      </p:sp>
      <p:sp>
        <p:nvSpPr>
          <p:cNvPr id="3" name="Footer Placeholder 2">
            <a:extLst xmlns:a="http://schemas.openxmlformats.org/drawingml/2006/main">
              <a:ext uri="{FF2B5EF4-FFF2-40B4-BE49-F238E27FC236}">
                <a16:creationId xmlns:a16="http://schemas.microsoft.com/office/drawing/2014/main" id="{213F7645-8C2F-4337-AE5B-43D98774507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4" name="Slide Number Placeholder 3">
            <a:extLst xmlns:a="http://schemas.openxmlformats.org/drawingml/2006/main">
              <a:ext uri="{FF2B5EF4-FFF2-40B4-BE49-F238E27FC236}">
                <a16:creationId xmlns:a16="http://schemas.microsoft.com/office/drawing/2014/main" id="{B0EAB66B-EF82-4B8C-9230-4DCBD626C3E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a:t>
            </a:fld>
            <a:endParaRPr/>
          </a:p>
        </p:txBody>
      </p:sp>
    </p:spTree>
  </p:cSld>
</p:sldLayout>
</file>

<file path=ppt/slideLayouts/slideLayout14.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9A4D9C-FBEF-4F45-9F8E-23B29807C9AF}"/>
              </a:ext>
            </a:extLst>
          </p:cNvPr>
          <p:cNvSpPr>
            <a:spLocks xmlns:a="http://schemas.openxmlformats.org/drawingml/2006/main" noGrp="1"/>
          </p:cNvSpPr>
          <p:nvPr>
            <p:ph type="title" idx="0"/>
          </p:nvPr>
        </p:nvSpPr>
        <p:spPr>
          <a:xfrm xmlns:a="http://schemas.openxmlformats.org/drawingml/2006/main">
            <a:off x="657226" y="1248198"/>
            <a:ext cx="4114799" cy="1399587"/>
          </a:xfrm>
        </p:spPr>
        <p:txBody>
          <a:bodyPr xmlns:a="http://schemas.openxmlformats.org/drawingml/2006/main" anchor="ctr">
            <a:noAutofit/>
          </a:bodyPr>
          <a:lstStyle xmlns:a="http://schemas.openxmlformats.org/drawingml/2006/main">
            <a:lvl1pPr marL="0" indent="0" algn="l" defTabSz="914400">
              <a:lnSpc>
                <a:spcPct val="90000"/>
              </a:lnSpc>
              <a:spcBef>
                <a:spcPct val="0"/>
              </a:spcBef>
              <a:buFont typeface="+mj-lt"/>
              <a:buNone/>
              <a:defRPr sz="4000" b="1" kern="1200">
                <a:gradFill flip="none" rotWithShape="1">
                  <a:gsLst>
                    <a:gs pos="0">
                      <a:schemeClr val="accent4">
                        <a:lumMod val="75000"/>
                      </a:schemeClr>
                    </a:gs>
                    <a:gs pos="100000">
                      <a:schemeClr val="accent3">
                        <a:lumMod val="75000"/>
                      </a:schemeClr>
                    </a:gs>
                  </a:gsLst>
                  <a:lin ang="16200000" scaled="1"/>
                  <a:tileRect/>
                </a:gradFill>
                <a:latin typeface="+mj-lt"/>
                <a:ea typeface="+mj-lt"/>
                <a:cs typeface="+mj-lt"/>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6347876-C447-4346-8322-39828DDC7E55}"/>
              </a:ext>
            </a:extLst>
          </p:cNvPr>
          <p:cNvSpPr>
            <a:spLocks xmlns:a="http://schemas.openxmlformats.org/drawingml/2006/main" noGrp="1"/>
          </p:cNvSpPr>
          <p:nvPr>
            <p:ph idx="1"/>
          </p:nvPr>
        </p:nvSpPr>
        <p:spPr>
          <a:xfrm xmlns:a="http://schemas.openxmlformats.org/drawingml/2006/main">
            <a:off x="5183188" y="1247490"/>
            <a:ext cx="6325038" cy="4788557"/>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0D57EA1B-5C5B-40A3-8FD2-EE5646CC55F8}"/>
              </a:ext>
            </a:extLst>
          </p:cNvPr>
          <p:cNvSpPr>
            <a:spLocks xmlns:a="http://schemas.openxmlformats.org/drawingml/2006/main" noGrp="1"/>
          </p:cNvSpPr>
          <p:nvPr>
            <p:ph type="body" idx="2"/>
          </p:nvPr>
        </p:nvSpPr>
        <p:spPr>
          <a:xfrm xmlns:a="http://schemas.openxmlformats.org/drawingml/2006/main">
            <a:off x="657226" y="2777068"/>
            <a:ext cx="4114799" cy="326691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F5E66F5-C9C4-4170-BEC0-602218F1FA1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0AC5163-90AE-AD4E-90CC-EF8132230884}" type="datetime3">
              <a:t>31 March 2024</a:t>
            </a:fld>
            <a:endParaRPr/>
          </a:p>
        </p:txBody>
      </p:sp>
      <p:sp>
        <p:nvSpPr>
          <p:cNvPr id="6" name="Footer Placeholder 5">
            <a:extLst xmlns:a="http://schemas.openxmlformats.org/drawingml/2006/main">
              <a:ext uri="{FF2B5EF4-FFF2-40B4-BE49-F238E27FC236}">
                <a16:creationId xmlns:a16="http://schemas.microsoft.com/office/drawing/2014/main" id="{8294C5B7-CDFA-4B9D-9400-253A0F2E3F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8" name="Rectangle 7">
            <a:extLst xmlns:a="http://schemas.openxmlformats.org/drawingml/2006/main">
              <a:ext uri="{FF2B5EF4-FFF2-40B4-BE49-F238E27FC236}">
                <a16:creationId xmlns:a16="http://schemas.microsoft.com/office/drawing/2014/main" id="{49F4E612-1058-8C98-5698-29AC0F96CCFC}"/>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rgbClr val="38EF7D"/>
              </a:gs>
              <a:gs pos="100000">
                <a:srgbClr val="11998E"/>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7A6C02E4-C8F1-CFE1-7D10-8623040C9C70}"/>
              </a:ext>
            </a:extLst>
          </p:cNvPr>
          <p:cNvSpPr>
            <a:spLocks xmlns:a="http://schemas.openxmlformats.org/drawingml/2006/main" noGrp="1"/>
          </p:cNvSpPr>
          <p:nvPr/>
        </p:nvSpPr>
        <p:spPr>
          <a:xfrm xmlns:a="http://schemas.openxmlformats.org/drawingml/2006/main" rot="5400000" flipV="1">
            <a:off x="5778984" y="-5781463"/>
            <a:ext cx="631552" cy="12194479"/>
          </a:xfrm>
          <a:prstGeom xmlns:a="http://schemas.openxmlformats.org/drawingml/2006/main" prst="rect">
            <a:avLst/>
          </a:prstGeom>
          <a:blipFill xmlns:a="http://schemas.openxmlformats.org/drawingml/2006/main">
            <a:blip xmlns:r="http://schemas.openxmlformats.org/officeDocument/2006/relationships" r:embed="Rbb9380cdb6014662"/>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3D41C53F-A49B-53F0-C3F1-679406363096}"/>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2" name="Rounded Rectangle 11">
            <a:extLst xmlns:a="http://schemas.openxmlformats.org/drawingml/2006/main">
              <a:ext uri="{FF2B5EF4-FFF2-40B4-BE49-F238E27FC236}">
                <a16:creationId xmlns:a16="http://schemas.microsoft.com/office/drawing/2014/main" id="{1D52B6A8-0087-00B0-3232-F07D0531A071}"/>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Rounded Rectangle 12">
            <a:extLst xmlns:a="http://schemas.openxmlformats.org/drawingml/2006/main">
              <a:ext uri="{FF2B5EF4-FFF2-40B4-BE49-F238E27FC236}">
                <a16:creationId xmlns:a16="http://schemas.microsoft.com/office/drawing/2014/main" id="{4A6EF4E7-68D7-4757-F5BC-40A00600395C}"/>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4" name="Picture 13">
            <a:extLst xmlns:a="http://schemas.openxmlformats.org/drawingml/2006/main">
              <a:ext uri="{FF2B5EF4-FFF2-40B4-BE49-F238E27FC236}">
                <a16:creationId xmlns:a16="http://schemas.microsoft.com/office/drawing/2014/main" id="{00D0F685-1A19-4BC8-9489-CA2E4CC9BA06}"/>
              </a:ext>
            </a:extLst>
          </p:cNvPr>
          <p:cNvPicPr>
            <a:picLocks xmlns:a="http://schemas.openxmlformats.org/drawingml/2006/main" noChangeAspect="1"/>
          </p:cNvPicPr>
          <p:nvPr/>
        </p:nvPicPr>
        <p:blipFill>
          <a:blip xmlns:r="http://schemas.openxmlformats.org/officeDocument/2006/relationships" xmlns:a="http://schemas.openxmlformats.org/drawingml/2006/main" r:embed="R140ec0cb15f54ef9"/>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5" name="Picture 14">
            <a:extLst xmlns:a="http://schemas.openxmlformats.org/drawingml/2006/main">
              <a:ext uri="{FF2B5EF4-FFF2-40B4-BE49-F238E27FC236}">
                <a16:creationId xmlns:a16="http://schemas.microsoft.com/office/drawing/2014/main" id="{45BB9A5C-BF5C-416D-B316-463CD04431D2}"/>
              </a:ext>
            </a:extLst>
          </p:cNvPr>
          <p:cNvPicPr>
            <a:picLocks xmlns:a="http://schemas.openxmlformats.org/drawingml/2006/main" noChangeAspect="1"/>
          </p:cNvPicPr>
          <p:nvPr/>
        </p:nvPicPr>
        <p:blipFill>
          <a:blip xmlns:r="http://schemas.openxmlformats.org/officeDocument/2006/relationships" xmlns:a="http://schemas.openxmlformats.org/drawingml/2006/main" r:embed="R5732871d36da4192"/>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17" name="Oval 16">
            <a:extLst xmlns:a="http://schemas.openxmlformats.org/drawingml/2006/main">
              <a:ext uri="{FF2B5EF4-FFF2-40B4-BE49-F238E27FC236}">
                <a16:creationId xmlns:a16="http://schemas.microsoft.com/office/drawing/2014/main" id="{3F1E5B57-26E0-13A1-B4C3-FBB674F761F8}"/>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Oval 17">
            <a:extLst xmlns:a="http://schemas.openxmlformats.org/drawingml/2006/main">
              <a:ext uri="{FF2B5EF4-FFF2-40B4-BE49-F238E27FC236}">
                <a16:creationId xmlns:a16="http://schemas.microsoft.com/office/drawing/2014/main" id="{601CDAB9-F5F1-D42C-1271-4A7D18D9DC06}"/>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Freeform 18">
            <a:extLst xmlns:a="http://schemas.openxmlformats.org/drawingml/2006/main">
              <a:ext uri="{FF2B5EF4-FFF2-40B4-BE49-F238E27FC236}">
                <a16:creationId xmlns:a16="http://schemas.microsoft.com/office/drawing/2014/main" id="{2AB873A6-A6DD-3337-0E8F-2FC03C939D1C}"/>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7" name="Slide Number Placeholder 6">
            <a:extLst xmlns:a="http://schemas.openxmlformats.org/drawingml/2006/main">
              <a:ext uri="{FF2B5EF4-FFF2-40B4-BE49-F238E27FC236}">
                <a16:creationId xmlns:a16="http://schemas.microsoft.com/office/drawing/2014/main" id="{053C4224-9330-4356-BB99-93E382C85AC8}"/>
              </a:ext>
            </a:extLst>
          </p:cNvPr>
          <p:cNvSpPr>
            <a:spLocks xmlns:a="http://schemas.openxmlformats.org/drawingml/2006/main" noGrp="1"/>
          </p:cNvSpPr>
          <p:nvPr>
            <p:ph type="sldNum" idx="12"/>
          </p:nvPr>
        </p:nvSpPr>
        <p:spPr>
          <a:xfrm xmlns:a="http://schemas.openxmlformats.org/drawingml/2006/main">
            <a:off x="10409692" y="6356350"/>
            <a:ext cx="2743200" cy="365125"/>
          </a:xfrm>
        </p:spPr>
        <p:txBody>
          <a:bodyPr xmlns:a="http://schemas.openxmlformats.org/drawingml/2006/main"/>
          <a:lstStyle xmlns:a="http://schemas.openxmlformats.org/drawingml/2006/main">
            <a:lvl1pPr algn="ctr">
              <a:buNone/>
              <a:defRPr b="1">
                <a:solidFill>
                  <a:schemeClr val="bg1"/>
                </a:solidFill>
              </a:defRPr>
            </a:lvl1pPr>
          </a:lstStyle>
          <a:p xmlns:a="http://schemas.openxmlformats.org/drawingml/2006/main">
            <a:fld id="{48F63A3B-78C7-47BE-AE5E-E10140E04643}" type="slidenum">
              <a:t>‹#›</a:t>
            </a:fld>
            <a:endParaRPr/>
          </a:p>
        </p:txBody>
      </p:sp>
    </p:spTree>
  </p:cSld>
</p:sldLayout>
</file>

<file path=ppt/slideLayouts/slideLayout15.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EABD921-2B12-473B-9ABA-2A597B924E3A}"/>
              </a:ext>
            </a:extLst>
          </p:cNvPr>
          <p:cNvSpPr>
            <a:spLocks xmlns:a="http://schemas.openxmlformats.org/drawingml/2006/main" noGrp="1"/>
          </p:cNvSpPr>
          <p:nvPr>
            <p:ph type="title" idx="0"/>
          </p:nvPr>
        </p:nvSpPr>
        <p:spPr>
          <a:xfrm xmlns:a="http://schemas.openxmlformats.org/drawingml/2006/main">
            <a:off x="657226" y="1270699"/>
            <a:ext cx="4114799" cy="1162180"/>
          </a:xfrm>
        </p:spPr>
        <p:txBody>
          <a:bodyPr xmlns:a="http://schemas.openxmlformats.org/drawingml/2006/main" anchor="ctr">
            <a:noAutofit/>
          </a:bodyPr>
          <a:lstStyle xmlns:a="http://schemas.openxmlformats.org/drawingml/2006/main">
            <a:lvl1pPr marL="0" indent="0" algn="l" defTabSz="914400">
              <a:lnSpc>
                <a:spcPct val="90000"/>
              </a:lnSpc>
              <a:spcBef>
                <a:spcPct val="0"/>
              </a:spcBef>
              <a:buFont typeface="+mj-lt"/>
              <a:buNone/>
              <a:defRPr sz="4000" b="1" kern="1200">
                <a:gradFill flip="none" rotWithShape="1">
                  <a:gsLst>
                    <a:gs pos="0">
                      <a:schemeClr val="accent4">
                        <a:lumMod val="75000"/>
                      </a:schemeClr>
                    </a:gs>
                    <a:gs pos="100000">
                      <a:schemeClr val="accent3">
                        <a:lumMod val="75000"/>
                      </a:schemeClr>
                    </a:gs>
                  </a:gsLst>
                  <a:lin ang="16200000" scaled="1"/>
                  <a:tileRect/>
                </a:gradFill>
                <a:latin typeface="+mj-lt"/>
                <a:ea typeface="+mj-lt"/>
                <a:cs typeface="+mj-lt"/>
              </a:defRPr>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5963AF1C-DC2E-45DD-B81E-7694BAA692B7}"/>
              </a:ext>
            </a:extLst>
          </p:cNvPr>
          <p:cNvSpPr>
            <a:spLocks xmlns:a="http://schemas.openxmlformats.org/drawingml/2006/main" noGrp="1"/>
          </p:cNvSpPr>
          <p:nvPr>
            <p:ph type="pic" idx="1"/>
          </p:nvPr>
        </p:nvSpPr>
        <p:spPr>
          <a:xfrm xmlns:a="http://schemas.openxmlformats.org/drawingml/2006/main">
            <a:off x="5183188" y="1270699"/>
            <a:ext cx="6325038" cy="4796495"/>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8E7ED398-72C3-4EF4-8571-450AC8F8A054}"/>
              </a:ext>
            </a:extLst>
          </p:cNvPr>
          <p:cNvSpPr>
            <a:spLocks xmlns:a="http://schemas.openxmlformats.org/drawingml/2006/main" noGrp="1"/>
          </p:cNvSpPr>
          <p:nvPr>
            <p:ph type="body" idx="2"/>
          </p:nvPr>
        </p:nvSpPr>
        <p:spPr>
          <a:xfrm xmlns:a="http://schemas.openxmlformats.org/drawingml/2006/main">
            <a:off x="657226" y="2561454"/>
            <a:ext cx="4114799" cy="3505740"/>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2CD5B69-40C7-45AD-A533-BA210E53FCA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CD3818E-E997-CB43-BA3A-7A12F66A1845}" type="datetime3">
              <a:t>31 March 2024</a:t>
            </a:fld>
            <a:endParaRPr/>
          </a:p>
        </p:txBody>
      </p:sp>
      <p:sp>
        <p:nvSpPr>
          <p:cNvPr id="6" name="Footer Placeholder 5">
            <a:extLst xmlns:a="http://schemas.openxmlformats.org/drawingml/2006/main">
              <a:ext uri="{FF2B5EF4-FFF2-40B4-BE49-F238E27FC236}">
                <a16:creationId xmlns:a16="http://schemas.microsoft.com/office/drawing/2014/main" id="{58A60651-14D7-4F7B-B947-CA7246A52E2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8" name="Rectangle 7">
            <a:extLst xmlns:a="http://schemas.openxmlformats.org/drawingml/2006/main">
              <a:ext uri="{FF2B5EF4-FFF2-40B4-BE49-F238E27FC236}">
                <a16:creationId xmlns:a16="http://schemas.microsoft.com/office/drawing/2014/main" id="{3E772E24-BD94-18AA-FD01-31FA7CF5560F}"/>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rgbClr val="38EF7D"/>
              </a:gs>
              <a:gs pos="100000">
                <a:srgbClr val="11998E"/>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Rectangle 8">
            <a:extLst xmlns:a="http://schemas.openxmlformats.org/drawingml/2006/main">
              <a:ext uri="{FF2B5EF4-FFF2-40B4-BE49-F238E27FC236}">
                <a16:creationId xmlns:a16="http://schemas.microsoft.com/office/drawing/2014/main" id="{BBE4A83D-52D2-F989-EF30-67F8142259A4}"/>
              </a:ext>
            </a:extLst>
          </p:cNvPr>
          <p:cNvSpPr>
            <a:spLocks xmlns:a="http://schemas.openxmlformats.org/drawingml/2006/main" noGrp="1"/>
          </p:cNvSpPr>
          <p:nvPr/>
        </p:nvSpPr>
        <p:spPr>
          <a:xfrm xmlns:a="http://schemas.openxmlformats.org/drawingml/2006/main" rot="5400000" flipV="1">
            <a:off x="5778984" y="-5781463"/>
            <a:ext cx="631552" cy="12194479"/>
          </a:xfrm>
          <a:prstGeom xmlns:a="http://schemas.openxmlformats.org/drawingml/2006/main" prst="rect">
            <a:avLst/>
          </a:prstGeom>
          <a:blipFill xmlns:a="http://schemas.openxmlformats.org/drawingml/2006/main">
            <a:blip xmlns:r="http://schemas.openxmlformats.org/officeDocument/2006/relationships" r:embed="R1e4b7d1e86424fb3"/>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CC0737FF-EF11-8E07-04CA-FAD856E16DB6}"/>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2" name="Rounded Rectangle 11">
            <a:extLst xmlns:a="http://schemas.openxmlformats.org/drawingml/2006/main">
              <a:ext uri="{FF2B5EF4-FFF2-40B4-BE49-F238E27FC236}">
                <a16:creationId xmlns:a16="http://schemas.microsoft.com/office/drawing/2014/main" id="{667AD773-D1F6-2C2E-459A-06DB6685C3FB}"/>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Rounded Rectangle 12">
            <a:extLst xmlns:a="http://schemas.openxmlformats.org/drawingml/2006/main">
              <a:ext uri="{FF2B5EF4-FFF2-40B4-BE49-F238E27FC236}">
                <a16:creationId xmlns:a16="http://schemas.microsoft.com/office/drawing/2014/main" id="{638EDDB1-984D-1061-4FC7-D2B6F17C5211}"/>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4" name="Picture 13">
            <a:extLst xmlns:a="http://schemas.openxmlformats.org/drawingml/2006/main">
              <a:ext uri="{FF2B5EF4-FFF2-40B4-BE49-F238E27FC236}">
                <a16:creationId xmlns:a16="http://schemas.microsoft.com/office/drawing/2014/main" id="{7A853A76-AACE-4673-9F27-ABB1017B0B2C}"/>
              </a:ext>
            </a:extLst>
          </p:cNvPr>
          <p:cNvPicPr>
            <a:picLocks xmlns:a="http://schemas.openxmlformats.org/drawingml/2006/main" noChangeAspect="1"/>
          </p:cNvPicPr>
          <p:nvPr/>
        </p:nvPicPr>
        <p:blipFill>
          <a:blip xmlns:r="http://schemas.openxmlformats.org/officeDocument/2006/relationships" xmlns:a="http://schemas.openxmlformats.org/drawingml/2006/main" r:embed="Rc19fc497d0cd409f"/>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5" name="Picture 14">
            <a:extLst xmlns:a="http://schemas.openxmlformats.org/drawingml/2006/main">
              <a:ext uri="{FF2B5EF4-FFF2-40B4-BE49-F238E27FC236}">
                <a16:creationId xmlns:a16="http://schemas.microsoft.com/office/drawing/2014/main" id="{B70C4F94-3EF0-4175-9E77-F6F4E67348D4}"/>
              </a:ext>
            </a:extLst>
          </p:cNvPr>
          <p:cNvPicPr>
            <a:picLocks xmlns:a="http://schemas.openxmlformats.org/drawingml/2006/main" noChangeAspect="1"/>
          </p:cNvPicPr>
          <p:nvPr/>
        </p:nvPicPr>
        <p:blipFill>
          <a:blip xmlns:r="http://schemas.openxmlformats.org/officeDocument/2006/relationships" xmlns:a="http://schemas.openxmlformats.org/drawingml/2006/main" r:embed="Re14efea3b6df4753"/>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17" name="Oval 16">
            <a:extLst xmlns:a="http://schemas.openxmlformats.org/drawingml/2006/main">
              <a:ext uri="{FF2B5EF4-FFF2-40B4-BE49-F238E27FC236}">
                <a16:creationId xmlns:a16="http://schemas.microsoft.com/office/drawing/2014/main" id="{C20B1677-C94F-846B-77EE-9A193D11F54B}"/>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Oval 17">
            <a:extLst xmlns:a="http://schemas.openxmlformats.org/drawingml/2006/main">
              <a:ext uri="{FF2B5EF4-FFF2-40B4-BE49-F238E27FC236}">
                <a16:creationId xmlns:a16="http://schemas.microsoft.com/office/drawing/2014/main" id="{65A92C3F-4715-4909-6588-378EC050C246}"/>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Freeform 18">
            <a:extLst xmlns:a="http://schemas.openxmlformats.org/drawingml/2006/main">
              <a:ext uri="{FF2B5EF4-FFF2-40B4-BE49-F238E27FC236}">
                <a16:creationId xmlns:a16="http://schemas.microsoft.com/office/drawing/2014/main" id="{AC99D0E8-C446-4E6E-2E7F-3C5E6A007D9D}"/>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7" name="Slide Number Placeholder 6">
            <a:extLst xmlns:a="http://schemas.openxmlformats.org/drawingml/2006/main">
              <a:ext uri="{FF2B5EF4-FFF2-40B4-BE49-F238E27FC236}">
                <a16:creationId xmlns:a16="http://schemas.microsoft.com/office/drawing/2014/main" id="{93626F23-F5CC-4619-B575-D509133AE722}"/>
              </a:ext>
            </a:extLst>
          </p:cNvPr>
          <p:cNvSpPr>
            <a:spLocks xmlns:a="http://schemas.openxmlformats.org/drawingml/2006/main" noGrp="1"/>
          </p:cNvSpPr>
          <p:nvPr>
            <p:ph type="sldNum" idx="12"/>
          </p:nvPr>
        </p:nvSpPr>
        <p:spPr>
          <a:xfrm xmlns:a="http://schemas.openxmlformats.org/drawingml/2006/main">
            <a:off x="10409692" y="6356350"/>
            <a:ext cx="2743200" cy="365125"/>
          </a:xfrm>
        </p:spPr>
        <p:txBody>
          <a:bodyPr xmlns:a="http://schemas.openxmlformats.org/drawingml/2006/main"/>
          <a:lstStyle xmlns:a="http://schemas.openxmlformats.org/drawingml/2006/main">
            <a:lvl1pPr algn="ctr">
              <a:buNone/>
              <a:defRPr b="1">
                <a:solidFill>
                  <a:schemeClr val="bg1"/>
                </a:solidFill>
              </a:defRPr>
            </a:lvl1pPr>
          </a:lstStyle>
          <a:p xmlns:a="http://schemas.openxmlformats.org/drawingml/2006/main">
            <a:fld id="{48F63A3B-78C7-47BE-AE5E-E10140E04643}" type="slidenum">
              <a:t>‹#›</a:t>
            </a:fld>
            <a:endParaRPr/>
          </a:p>
        </p:txBody>
      </p:sp>
    </p:spTree>
  </p:cSld>
</p:sldLayout>
</file>

<file path=ppt/slideLayouts/slideLayout16.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746EDE-2746-4D20-8EE8-E0E0F8EDBAD0}"/>
              </a:ext>
            </a:extLst>
          </p:cNvPr>
          <p:cNvSpPr>
            <a:spLocks xmlns:a="http://schemas.openxmlformats.org/drawingml/2006/main" noGrp="1"/>
          </p:cNvSpPr>
          <p:nvPr>
            <p:ph type="title" idx="0"/>
          </p:nvPr>
        </p:nvSpPr>
        <p:spPr>
          <a:xfrm xmlns:a="http://schemas.openxmlformats.org/drawingml/2006/main">
            <a:off x="838200" y="929761"/>
            <a:ext cx="10515600" cy="776548"/>
          </a:xfrm>
        </p:spPr>
        <p:txBody>
          <a:bodyPr xmlns:a="http://schemas.openxmlformats.org/drawingml/2006/main">
            <a:normAutofit/>
          </a:bodyPr>
          <a:lstStyle xmlns:a="http://schemas.openxmlformats.org/drawingml/2006/main">
            <a:lvl1pPr marL="0" indent="0" algn="l" defTabSz="914400">
              <a:lnSpc>
                <a:spcPct val="90000"/>
              </a:lnSpc>
              <a:spcBef>
                <a:spcPct val="0"/>
              </a:spcBef>
              <a:buFont typeface="+mj-lt"/>
              <a:buNone/>
              <a:defRPr sz="4400" b="1" kern="1200">
                <a:gradFill flip="none" rotWithShape="1">
                  <a:gsLst>
                    <a:gs pos="0">
                      <a:schemeClr val="accent4">
                        <a:lumMod val="75000"/>
                      </a:schemeClr>
                    </a:gs>
                    <a:gs pos="100000">
                      <a:schemeClr val="accent3">
                        <a:lumMod val="75000"/>
                      </a:schemeClr>
                    </a:gs>
                  </a:gsLst>
                  <a:lin ang="16200000" scaled="1"/>
                  <a:tileRect/>
                </a:gradFill>
                <a:latin typeface="+mj-lt"/>
                <a:ea typeface="+mj-lt"/>
                <a:cs typeface="+mj-lt"/>
              </a:defRPr>
            </a:lvl1pPr>
          </a:lstStyle>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A5B6A98D-7234-4E9E-ADCE-56532B983F33}"/>
              </a:ext>
            </a:extLst>
          </p:cNvPr>
          <p:cNvSpPr>
            <a:spLocks xmlns:a="http://schemas.openxmlformats.org/drawingml/2006/main" noGrp="1"/>
          </p:cNvSpPr>
          <p:nvPr>
            <p:ph type="body" idx="1"/>
          </p:nvPr>
        </p:nvSpPr>
        <p:spPr>
          <a:xfrm xmlns:a="http://schemas.openxmlformats.org/drawingml/2006/main">
            <a:off x="838200" y="1792404"/>
            <a:ext cx="10515600" cy="4384559"/>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8C7E142-E71C-4415-9520-86CB9106D0E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46C75B1-5554-9E4B-9A38-5905F72F5940}" type="datetime3">
              <a:t>31 March 2024</a:t>
            </a:fld>
            <a:endParaRPr/>
          </a:p>
        </p:txBody>
      </p:sp>
      <p:sp>
        <p:nvSpPr>
          <p:cNvPr id="5" name="Footer Placeholder 4">
            <a:extLst xmlns:a="http://schemas.openxmlformats.org/drawingml/2006/main">
              <a:ext uri="{FF2B5EF4-FFF2-40B4-BE49-F238E27FC236}">
                <a16:creationId xmlns:a16="http://schemas.microsoft.com/office/drawing/2014/main" id="{79536B8E-F898-4D3C-AFA3-5304AF83712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7" name="Rectangle 6">
            <a:extLst xmlns:a="http://schemas.openxmlformats.org/drawingml/2006/main">
              <a:ext uri="{FF2B5EF4-FFF2-40B4-BE49-F238E27FC236}">
                <a16:creationId xmlns:a16="http://schemas.microsoft.com/office/drawing/2014/main" id="{5BDC0A23-1328-52C6-A081-D12BD93902E5}"/>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rgbClr val="38EF7D"/>
              </a:gs>
              <a:gs pos="100000">
                <a:srgbClr val="11998E"/>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A5CE3DD9-51D1-E19D-3E06-90C65EDEDC8F}"/>
              </a:ext>
            </a:extLst>
          </p:cNvPr>
          <p:cNvSpPr>
            <a:spLocks xmlns:a="http://schemas.openxmlformats.org/drawingml/2006/main" noGrp="1"/>
          </p:cNvSpPr>
          <p:nvPr/>
        </p:nvSpPr>
        <p:spPr>
          <a:xfrm xmlns:a="http://schemas.openxmlformats.org/drawingml/2006/main" rot="5400000" flipV="1">
            <a:off x="5778984" y="-5781463"/>
            <a:ext cx="631552" cy="12194479"/>
          </a:xfrm>
          <a:prstGeom xmlns:a="http://schemas.openxmlformats.org/drawingml/2006/main" prst="rect">
            <a:avLst/>
          </a:prstGeom>
          <a:blipFill xmlns:a="http://schemas.openxmlformats.org/drawingml/2006/main">
            <a:blip xmlns:r="http://schemas.openxmlformats.org/officeDocument/2006/relationships" r:embed="Re774272f997a4201"/>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2BB84F3-1D66-E2E8-E826-723A4E767341}"/>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1" name="Rounded Rectangle 10">
            <a:extLst xmlns:a="http://schemas.openxmlformats.org/drawingml/2006/main">
              <a:ext uri="{FF2B5EF4-FFF2-40B4-BE49-F238E27FC236}">
                <a16:creationId xmlns:a16="http://schemas.microsoft.com/office/drawing/2014/main" id="{E5497DE0-0B16-BC6B-6FF5-9B929CD769D5}"/>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ounded Rectangle 11">
            <a:extLst xmlns:a="http://schemas.openxmlformats.org/drawingml/2006/main">
              <a:ext uri="{FF2B5EF4-FFF2-40B4-BE49-F238E27FC236}">
                <a16:creationId xmlns:a16="http://schemas.microsoft.com/office/drawing/2014/main" id="{329FDB57-B8ED-7771-901B-1E7618CEFA1A}"/>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3" name="Picture 12">
            <a:extLst xmlns:a="http://schemas.openxmlformats.org/drawingml/2006/main">
              <a:ext uri="{FF2B5EF4-FFF2-40B4-BE49-F238E27FC236}">
                <a16:creationId xmlns:a16="http://schemas.microsoft.com/office/drawing/2014/main" id="{49312210-D6B8-4767-BEBD-E4BE4F5CA5C2}"/>
              </a:ext>
            </a:extLst>
          </p:cNvPr>
          <p:cNvPicPr>
            <a:picLocks xmlns:a="http://schemas.openxmlformats.org/drawingml/2006/main" noChangeAspect="1"/>
          </p:cNvPicPr>
          <p:nvPr/>
        </p:nvPicPr>
        <p:blipFill>
          <a:blip xmlns:r="http://schemas.openxmlformats.org/officeDocument/2006/relationships" xmlns:a="http://schemas.openxmlformats.org/drawingml/2006/main" r:embed="R11971f1421874ed9"/>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4" name="Picture 13">
            <a:extLst xmlns:a="http://schemas.openxmlformats.org/drawingml/2006/main">
              <a:ext uri="{FF2B5EF4-FFF2-40B4-BE49-F238E27FC236}">
                <a16:creationId xmlns:a16="http://schemas.microsoft.com/office/drawing/2014/main" id="{9ED8C2E8-2339-461D-AA91-94A2C17C8899}"/>
              </a:ext>
            </a:extLst>
          </p:cNvPr>
          <p:cNvPicPr>
            <a:picLocks xmlns:a="http://schemas.openxmlformats.org/drawingml/2006/main" noChangeAspect="1"/>
          </p:cNvPicPr>
          <p:nvPr/>
        </p:nvPicPr>
        <p:blipFill>
          <a:blip xmlns:r="http://schemas.openxmlformats.org/officeDocument/2006/relationships" xmlns:a="http://schemas.openxmlformats.org/drawingml/2006/main" r:embed="Rd8ad66dfb1b34665"/>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16" name="Oval 15">
            <a:extLst xmlns:a="http://schemas.openxmlformats.org/drawingml/2006/main">
              <a:ext uri="{FF2B5EF4-FFF2-40B4-BE49-F238E27FC236}">
                <a16:creationId xmlns:a16="http://schemas.microsoft.com/office/drawing/2014/main" id="{741E81DB-4E8D-E98B-BF91-1CFFC0BAEBDF}"/>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Oval 16">
            <a:extLst xmlns:a="http://schemas.openxmlformats.org/drawingml/2006/main">
              <a:ext uri="{FF2B5EF4-FFF2-40B4-BE49-F238E27FC236}">
                <a16:creationId xmlns:a16="http://schemas.microsoft.com/office/drawing/2014/main" id="{33025DD8-AFB9-10B6-DDE8-D2282F9E5CE3}"/>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Freeform 17">
            <a:extLst xmlns:a="http://schemas.openxmlformats.org/drawingml/2006/main">
              <a:ext uri="{FF2B5EF4-FFF2-40B4-BE49-F238E27FC236}">
                <a16:creationId xmlns:a16="http://schemas.microsoft.com/office/drawing/2014/main" id="{4F0D81A6-FA21-21F6-FF6F-EFBBD913E859}"/>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6" name="Slide Number Placeholder 5">
            <a:extLst xmlns:a="http://schemas.openxmlformats.org/drawingml/2006/main">
              <a:ext uri="{FF2B5EF4-FFF2-40B4-BE49-F238E27FC236}">
                <a16:creationId xmlns:a16="http://schemas.microsoft.com/office/drawing/2014/main" id="{A13FAA5E-F000-4536-B118-57EEE5679E58}"/>
              </a:ext>
            </a:extLst>
          </p:cNvPr>
          <p:cNvSpPr>
            <a:spLocks xmlns:a="http://schemas.openxmlformats.org/drawingml/2006/main" noGrp="1"/>
          </p:cNvSpPr>
          <p:nvPr>
            <p:ph type="sldNum" idx="12"/>
          </p:nvPr>
        </p:nvSpPr>
        <p:spPr>
          <a:xfrm xmlns:a="http://schemas.openxmlformats.org/drawingml/2006/main">
            <a:off x="10409692" y="6356350"/>
            <a:ext cx="2743200" cy="365125"/>
          </a:xfrm>
        </p:spPr>
        <p:txBody>
          <a:bodyPr xmlns:a="http://schemas.openxmlformats.org/drawingml/2006/main"/>
          <a:lstStyle xmlns:a="http://schemas.openxmlformats.org/drawingml/2006/main">
            <a:lvl1pPr algn="ctr">
              <a:buNone/>
              <a:defRPr b="1">
                <a:solidFill>
                  <a:schemeClr val="bg1"/>
                </a:solidFill>
              </a:defRPr>
            </a:lvl1pPr>
          </a:lstStyle>
          <a:p xmlns:a="http://schemas.openxmlformats.org/drawingml/2006/main">
            <a:fld id="{48F63A3B-78C7-47BE-AE5E-E10140E04643}" type="slidenum">
              <a:t>‹#›</a:t>
            </a:fld>
            <a:endParaRPr/>
          </a:p>
        </p:txBody>
      </p:sp>
    </p:spTree>
  </p:cSld>
</p:sldLayout>
</file>

<file path=ppt/slideLayouts/slideLayout17.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BDA6872B-EA17-4C8B-90F3-7D7EC430815E}"/>
              </a:ext>
            </a:extLst>
          </p:cNvPr>
          <p:cNvSpPr>
            <a:spLocks xmlns:a="http://schemas.openxmlformats.org/drawingml/2006/main" noGrp="1"/>
          </p:cNvSpPr>
          <p:nvPr>
            <p:ph type="title" idx="0"/>
          </p:nvPr>
        </p:nvSpPr>
        <p:spPr>
          <a:xfrm xmlns:a="http://schemas.openxmlformats.org/drawingml/2006/main">
            <a:off x="8724900" y="1038421"/>
            <a:ext cx="2628900" cy="5138542"/>
          </a:xfrm>
        </p:spPr>
        <p:txBody>
          <a:bodyPr xmlns:a="http://schemas.openxmlformats.org/drawingml/2006/main" vert="eaVert">
            <a:normAutofit/>
          </a:bodyPr>
          <a:lstStyle xmlns:a="http://schemas.openxmlformats.org/drawingml/2006/main">
            <a:lvl1pPr marL="0" indent="0" algn="l" defTabSz="914400">
              <a:lnSpc>
                <a:spcPct val="90000"/>
              </a:lnSpc>
              <a:spcBef>
                <a:spcPct val="0"/>
              </a:spcBef>
              <a:buFont typeface="+mj-lt"/>
              <a:buNone/>
              <a:defRPr sz="4400" b="1" kern="1200">
                <a:gradFill flip="none" rotWithShape="1">
                  <a:gsLst>
                    <a:gs pos="0">
                      <a:schemeClr val="accent4">
                        <a:lumMod val="75000"/>
                      </a:schemeClr>
                    </a:gs>
                    <a:gs pos="100000">
                      <a:schemeClr val="accent3">
                        <a:lumMod val="75000"/>
                      </a:schemeClr>
                    </a:gs>
                  </a:gsLst>
                  <a:lin ang="16200000" scaled="1"/>
                  <a:tileRect/>
                </a:gradFill>
                <a:latin typeface="+mj-lt"/>
                <a:ea typeface="+mj-lt"/>
                <a:cs typeface="+mj-lt"/>
              </a:defRPr>
            </a:lvl1pPr>
          </a:lstStyle>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639EFA77-81E5-414D-95E5-95B8B971BED2}"/>
              </a:ext>
            </a:extLst>
          </p:cNvPr>
          <p:cNvSpPr>
            <a:spLocks xmlns:a="http://schemas.openxmlformats.org/drawingml/2006/main" noGrp="1"/>
          </p:cNvSpPr>
          <p:nvPr>
            <p:ph type="body" idx="1"/>
          </p:nvPr>
        </p:nvSpPr>
        <p:spPr>
          <a:xfrm xmlns:a="http://schemas.openxmlformats.org/drawingml/2006/main">
            <a:off x="838200" y="1038421"/>
            <a:ext cx="7734300" cy="5138542"/>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087063A-3619-4C98-A1A0-ACFD2B6662B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EB64986-AD58-F748-BD5B-19DAFB14C4B2}" type="datetime3">
              <a:t>31 March 2024</a:t>
            </a:fld>
            <a:endParaRPr/>
          </a:p>
        </p:txBody>
      </p:sp>
      <p:sp>
        <p:nvSpPr>
          <p:cNvPr id="5" name="Footer Placeholder 4">
            <a:extLst xmlns:a="http://schemas.openxmlformats.org/drawingml/2006/main">
              <a:ext uri="{FF2B5EF4-FFF2-40B4-BE49-F238E27FC236}">
                <a16:creationId xmlns:a16="http://schemas.microsoft.com/office/drawing/2014/main" id="{73ACD0D1-C659-4B6C-8FE0-FCBC24C341B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7" name="Rectangle 6">
            <a:extLst xmlns:a="http://schemas.openxmlformats.org/drawingml/2006/main">
              <a:ext uri="{FF2B5EF4-FFF2-40B4-BE49-F238E27FC236}">
                <a16:creationId xmlns:a16="http://schemas.microsoft.com/office/drawing/2014/main" id="{9C7F3936-136F-C194-2C47-66CE68C8B563}"/>
              </a:ext>
            </a:extLst>
          </p:cNvPr>
          <p:cNvSpPr>
            <a:spLocks xmlns:a="http://schemas.openxmlformats.org/drawingml/2006/main" noGrp="1"/>
          </p:cNvSpPr>
          <p:nvPr/>
        </p:nvSpPr>
        <p:spPr>
          <a:xfrm xmlns:a="http://schemas.openxmlformats.org/drawingml/2006/main" rot="5400000">
            <a:off x="5778985" y="-5780045"/>
            <a:ext cx="631552" cy="12194479"/>
          </a:xfrm>
          <a:prstGeom xmlns:a="http://schemas.openxmlformats.org/drawingml/2006/main" prst="rect">
            <a:avLst/>
          </a:prstGeom>
          <a:gradFill xmlns:a="http://schemas.openxmlformats.org/drawingml/2006/main">
            <a:gsLst>
              <a:gs pos="0">
                <a:srgbClr val="38EF7D"/>
              </a:gs>
              <a:gs pos="100000">
                <a:srgbClr val="11998E"/>
              </a:gs>
            </a:gsLst>
            <a:lin ang="5400000" scaled="1"/>
          </a:gradFill>
          <a:ln xmlns:a="http://schemas.openxmlformats.org/drawingml/2006/main">
            <a:noFill/>
          </a:ln>
          <a:effectLst xmlns:a="http://schemas.openxmlformats.org/drawingml/2006/main">
            <a:outerShdw blurRad="50800" dist="38100" dir="5400000" algn="t" rotWithShape="0">
              <a:prstClr val="black">
                <a:alpha val="40000"/>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0EAECB53-429D-BB1E-41F9-39259E111926}"/>
              </a:ext>
            </a:extLst>
          </p:cNvPr>
          <p:cNvSpPr>
            <a:spLocks xmlns:a="http://schemas.openxmlformats.org/drawingml/2006/main" noGrp="1"/>
          </p:cNvSpPr>
          <p:nvPr/>
        </p:nvSpPr>
        <p:spPr>
          <a:xfrm xmlns:a="http://schemas.openxmlformats.org/drawingml/2006/main" rot="5400000" flipV="1">
            <a:off x="5778984" y="-5781463"/>
            <a:ext cx="631552" cy="12194479"/>
          </a:xfrm>
          <a:prstGeom xmlns:a="http://schemas.openxmlformats.org/drawingml/2006/main" prst="rect">
            <a:avLst/>
          </a:prstGeom>
          <a:blipFill xmlns:a="http://schemas.openxmlformats.org/drawingml/2006/main">
            <a:blip xmlns:r="http://schemas.openxmlformats.org/officeDocument/2006/relationships" r:embed="R690579a01e3f4282"/>
            <a:stretch>
              <a:fillRect l="0" t="27562" r="0" b="0"/>
            </a:stretch>
          </a:blip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B302EFEB-91F7-F4A9-6DC7-57C29D79F9F9}"/>
              </a:ext>
            </a:extLst>
          </p:cNvPr>
          <p:cNvSpPr>
            <a:spLocks xmlns:a="http://schemas.openxmlformats.org/drawingml/2006/main" noGrp="1"/>
          </p:cNvSpPr>
          <p:nvPr/>
        </p:nvSpPr>
        <p:spPr>
          <a:xfrm xmlns:a="http://schemas.openxmlformats.org/drawingml/2006/main">
            <a:off x="240281" y="141423"/>
            <a:ext cx="7420291" cy="33738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600" b="1">
                <a:solidFill>
                  <a:schemeClr val="bg1"/>
                </a:solidFill>
              </a:rPr>
              <a:t>FACULTY OF COMPUTER ENGINEERING</a:t>
            </a:r>
          </a:p>
        </p:txBody>
      </p:sp>
      <p:sp>
        <p:nvSpPr>
          <p:cNvPr id="11" name="Rounded Rectangle 10">
            <a:extLst xmlns:a="http://schemas.openxmlformats.org/drawingml/2006/main">
              <a:ext uri="{FF2B5EF4-FFF2-40B4-BE49-F238E27FC236}">
                <a16:creationId xmlns:a16="http://schemas.microsoft.com/office/drawing/2014/main" id="{548153D4-0D7E-5E40-CC29-BA0D3438A6E0}"/>
              </a:ext>
            </a:extLst>
          </p:cNvPr>
          <p:cNvSpPr>
            <a:spLocks xmlns:a="http://schemas.openxmlformats.org/drawingml/2006/main" noGrp="1"/>
          </p:cNvSpPr>
          <p:nvPr/>
        </p:nvSpPr>
        <p:spPr>
          <a:xfrm xmlns:a="http://schemas.openxmlformats.org/drawingml/2006/main" rot="0" flipH="0" flipV="0">
            <a:off x="4479985" y="305288"/>
            <a:ext cx="3232030" cy="638630"/>
          </a:xfrm>
          <a:prstGeom xmlns:a="http://schemas.openxmlformats.org/drawingml/2006/main" prst="roundRect">
            <a:avLst>
              <a:gd name="adj" fmla="val 50000"/>
            </a:avLst>
          </a:prstGeom>
          <a:gradFill xmlns:a="http://schemas.openxmlformats.org/drawingml/2006/main" flip="none" rotWithShape="1">
            <a:gsLst>
              <a:gs pos="0">
                <a:srgbClr val="38EF7D"/>
              </a:gs>
              <a:gs pos="100000">
                <a:srgbClr val="752AFF"/>
              </a:gs>
            </a:gsLst>
            <a:lin ang="2700000" scaled="1"/>
            <a:tileRect/>
          </a:gradFill>
          <a:ln xmlns:a="http://schemas.openxmlformats.org/drawingml/2006/main">
            <a:noFill/>
          </a:ln>
          <a:effectLst xmlns:a="http://schemas.openxmlformats.org/drawingml/2006/main">
            <a:softEdge rad="50800"/>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ounded Rectangle 11">
            <a:extLst xmlns:a="http://schemas.openxmlformats.org/drawingml/2006/main">
              <a:ext uri="{FF2B5EF4-FFF2-40B4-BE49-F238E27FC236}">
                <a16:creationId xmlns:a16="http://schemas.microsoft.com/office/drawing/2014/main" id="{25D12D13-7CA6-581B-369D-0786B7CDA747}"/>
              </a:ext>
            </a:extLst>
          </p:cNvPr>
          <p:cNvSpPr>
            <a:spLocks xmlns:a="http://schemas.openxmlformats.org/drawingml/2006/main" noGrp="1"/>
          </p:cNvSpPr>
          <p:nvPr/>
        </p:nvSpPr>
        <p:spPr>
          <a:xfrm xmlns:a="http://schemas.openxmlformats.org/drawingml/2006/main" rot="0" flipH="0" flipV="0">
            <a:off x="4538308" y="357311"/>
            <a:ext cx="3115384" cy="534583"/>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3" name="Picture 12">
            <a:extLst xmlns:a="http://schemas.openxmlformats.org/drawingml/2006/main">
              <a:ext uri="{FF2B5EF4-FFF2-40B4-BE49-F238E27FC236}">
                <a16:creationId xmlns:a16="http://schemas.microsoft.com/office/drawing/2014/main" id="{1D8CF3A3-5929-4E3E-8A12-FB2D6DBA4152}"/>
              </a:ext>
            </a:extLst>
          </p:cNvPr>
          <p:cNvPicPr>
            <a:picLocks xmlns:a="http://schemas.openxmlformats.org/drawingml/2006/main" noChangeAspect="1"/>
          </p:cNvPicPr>
          <p:nvPr/>
        </p:nvPicPr>
        <p:blipFill>
          <a:blip xmlns:r="http://schemas.openxmlformats.org/officeDocument/2006/relationships" xmlns:a="http://schemas.openxmlformats.org/drawingml/2006/main" r:embed="R01eab79108fb4548"/>
          <a:stretch xmlns:a="http://schemas.openxmlformats.org/drawingml/2006/main">
            <a:fillRect l="0" t="0" r="0" b="0"/>
          </a:stretch>
        </p:blipFill>
        <p:spPr>
          <a:xfrm xmlns:a="http://schemas.openxmlformats.org/drawingml/2006/main" rot="0" flipH="0" flipV="0">
            <a:off x="6290964" y="241694"/>
            <a:ext cx="775538" cy="768394"/>
          </a:xfrm>
          <a:prstGeom xmlns:a="http://schemas.openxmlformats.org/drawingml/2006/main" prst="rect">
            <a:avLst/>
          </a:prstGeom>
        </p:spPr>
      </p:pic>
      <p:pic>
        <p:nvPicPr>
          <p:cNvPr id="14" name="Picture 13">
            <a:extLst xmlns:a="http://schemas.openxmlformats.org/drawingml/2006/main">
              <a:ext uri="{FF2B5EF4-FFF2-40B4-BE49-F238E27FC236}">
                <a16:creationId xmlns:a16="http://schemas.microsoft.com/office/drawing/2014/main" id="{363E2D10-C40D-401C-BD14-76D189D62556}"/>
              </a:ext>
            </a:extLst>
          </p:cNvPr>
          <p:cNvPicPr>
            <a:picLocks xmlns:a="http://schemas.openxmlformats.org/drawingml/2006/main" noChangeAspect="1"/>
          </p:cNvPicPr>
          <p:nvPr/>
        </p:nvPicPr>
        <p:blipFill>
          <a:blip xmlns:r="http://schemas.openxmlformats.org/officeDocument/2006/relationships" xmlns:a="http://schemas.openxmlformats.org/drawingml/2006/main" r:embed="Re1f1efd043e94e7f"/>
          <a:stretch xmlns:a="http://schemas.openxmlformats.org/drawingml/2006/main">
            <a:fillRect l="0" t="0" r="0" b="0"/>
          </a:stretch>
        </p:blipFill>
        <p:spPr>
          <a:xfrm xmlns:a="http://schemas.openxmlformats.org/drawingml/2006/main" rot="0" flipH="0" flipV="0">
            <a:off x="5125498" y="265384"/>
            <a:ext cx="871676" cy="721013"/>
          </a:xfrm>
          <a:prstGeom xmlns:a="http://schemas.openxmlformats.org/drawingml/2006/main" prst="rect">
            <a:avLst/>
          </a:prstGeom>
        </p:spPr>
      </p:pic>
      <p:sp>
        <p:nvSpPr>
          <p:cNvPr id="16" name="Oval 15">
            <a:extLst xmlns:a="http://schemas.openxmlformats.org/drawingml/2006/main">
              <a:ext uri="{FF2B5EF4-FFF2-40B4-BE49-F238E27FC236}">
                <a16:creationId xmlns:a16="http://schemas.microsoft.com/office/drawing/2014/main" id="{FD395D56-A0D5-B2F3-8B05-9F07E63BF0C4}"/>
              </a:ext>
            </a:extLst>
          </p:cNvPr>
          <p:cNvSpPr>
            <a:spLocks xmlns:a="http://schemas.openxmlformats.org/drawingml/2006/main" noGrp="1"/>
          </p:cNvSpPr>
          <p:nvPr/>
        </p:nvSpPr>
        <p:spPr>
          <a:xfrm xmlns:a="http://schemas.openxmlformats.org/drawingml/2006/main" rot="0" flipH="0" flipV="0">
            <a:off x="11508226" y="6270255"/>
            <a:ext cx="546132" cy="546132"/>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Oval 16">
            <a:extLst xmlns:a="http://schemas.openxmlformats.org/drawingml/2006/main">
              <a:ext uri="{FF2B5EF4-FFF2-40B4-BE49-F238E27FC236}">
                <a16:creationId xmlns:a16="http://schemas.microsoft.com/office/drawing/2014/main" id="{7BF5558D-A677-95F7-5700-2D1E71FBD838}"/>
              </a:ext>
            </a:extLst>
          </p:cNvPr>
          <p:cNvSpPr>
            <a:spLocks xmlns:a="http://schemas.openxmlformats.org/drawingml/2006/main" noGrp="1"/>
          </p:cNvSpPr>
          <p:nvPr/>
        </p:nvSpPr>
        <p:spPr>
          <a:xfrm xmlns:a="http://schemas.openxmlformats.org/drawingml/2006/main" rot="0" flipH="0" flipV="0">
            <a:off x="11657641" y="6419670"/>
            <a:ext cx="247304" cy="247304"/>
          </a:xfrm>
          <a:prstGeom xmlns:a="http://schemas.openxmlformats.org/drawingml/2006/main" prst="ellipse">
            <a:avLst/>
          </a:prstGeom>
          <a:gradFill xmlns:a="http://schemas.openxmlformats.org/drawingml/2006/main">
            <a:gsLst>
              <a:gs pos="0">
                <a:srgbClr val="38EF7D">
                  <a:alpha val="65273"/>
                </a:srgbClr>
              </a:gs>
              <a:gs pos="100000">
                <a:srgbClr val="11998E">
                  <a:alpha val="65000"/>
                </a:srgbClr>
              </a:gs>
            </a:gsLst>
            <a:lin ang="270000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Freeform 17">
            <a:extLst xmlns:a="http://schemas.openxmlformats.org/drawingml/2006/main">
              <a:ext uri="{FF2B5EF4-FFF2-40B4-BE49-F238E27FC236}">
                <a16:creationId xmlns:a16="http://schemas.microsoft.com/office/drawing/2014/main" id="{A797F9EA-0DAE-4EA8-F91E-D25EC18E94F5}"/>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6" name="Slide Number Placeholder 5">
            <a:extLst xmlns:a="http://schemas.openxmlformats.org/drawingml/2006/main">
              <a:ext uri="{FF2B5EF4-FFF2-40B4-BE49-F238E27FC236}">
                <a16:creationId xmlns:a16="http://schemas.microsoft.com/office/drawing/2014/main" id="{A3254F80-6F78-473F-BCD3-1A81A4E29B68}"/>
              </a:ext>
            </a:extLst>
          </p:cNvPr>
          <p:cNvSpPr>
            <a:spLocks xmlns:a="http://schemas.openxmlformats.org/drawingml/2006/main" noGrp="1"/>
          </p:cNvSpPr>
          <p:nvPr>
            <p:ph type="sldNum" idx="12"/>
          </p:nvPr>
        </p:nvSpPr>
        <p:spPr>
          <a:xfrm xmlns:a="http://schemas.openxmlformats.org/drawingml/2006/main">
            <a:off x="10409692" y="6356350"/>
            <a:ext cx="2743200" cy="365125"/>
          </a:xfrm>
        </p:spPr>
        <p:txBody>
          <a:bodyPr xmlns:a="http://schemas.openxmlformats.org/drawingml/2006/main"/>
          <a:lstStyle xmlns:a="http://schemas.openxmlformats.org/drawingml/2006/main">
            <a:lvl1pPr algn="ctr">
              <a:buNone/>
              <a:defRPr b="1">
                <a:solidFill>
                  <a:schemeClr val="bg1"/>
                </a:solidFill>
              </a:defRPr>
            </a:lvl1pPr>
          </a:lstStyle>
          <a:p xmlns:a="http://schemas.openxmlformats.org/drawingml/2006/main">
            <a:fld id="{48F63A3B-78C7-47BE-AE5E-E10140E04643}"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d008b643174dae" /><Relationship Type="http://schemas.openxmlformats.org/officeDocument/2006/relationships/slideLayout" Target="/ppt/slideLayouts/slideLayout1.xml" Id="R1c6d33133b9e4181" /><Relationship Type="http://schemas.openxmlformats.org/officeDocument/2006/relationships/slideLayout" Target="/ppt/slideLayouts/slideLayout2.xml" Id="Rddd264c5412b4735" /><Relationship Type="http://schemas.openxmlformats.org/officeDocument/2006/relationships/slideLayout" Target="/ppt/slideLayouts/slideLayout3.xml" Id="Re77d7a7a90e24e07" /><Relationship Type="http://schemas.openxmlformats.org/officeDocument/2006/relationships/slideLayout" Target="/ppt/slideLayouts/slideLayout4.xml" Id="R14e389fa496c4b0b" /><Relationship Type="http://schemas.openxmlformats.org/officeDocument/2006/relationships/slideLayout" Target="/ppt/slideLayouts/slideLayout5.xml" Id="Ra30552de48744b0c" /><Relationship Type="http://schemas.openxmlformats.org/officeDocument/2006/relationships/slideLayout" Target="/ppt/slideLayouts/slideLayout6.xml" Id="R5737cafb69c04e65" /><Relationship Type="http://schemas.openxmlformats.org/officeDocument/2006/relationships/slideLayout" Target="/ppt/slideLayouts/slideLayout7.xml" Id="Rbeeb9bbce53a433f" /><Relationship Type="http://schemas.openxmlformats.org/officeDocument/2006/relationships/slideLayout" Target="/ppt/slideLayouts/slideLayout8.xml" Id="R6f05ee72232c47b8" /><Relationship Type="http://schemas.openxmlformats.org/officeDocument/2006/relationships/slideLayout" Target="/ppt/slideLayouts/slideLayout9.xml" Id="R85614a1cb39f4105" /><Relationship Type="http://schemas.openxmlformats.org/officeDocument/2006/relationships/slideLayout" Target="/ppt/slideLayouts/slideLayout10.xml" Id="R9ffe7042f080435e" /><Relationship Type="http://schemas.openxmlformats.org/officeDocument/2006/relationships/slideLayout" Target="/ppt/slideLayouts/slideLayout11.xml" Id="Rb2a2105f119745ca" /><Relationship Type="http://schemas.openxmlformats.org/officeDocument/2006/relationships/slideLayout" Target="/ppt/slideLayouts/slideLayout12.xml" Id="Rfbc45ff0cb9f4199" /><Relationship Type="http://schemas.openxmlformats.org/officeDocument/2006/relationships/slideLayout" Target="/ppt/slideLayouts/slideLayout13.xml" Id="R95bbedb26a3e4557" /><Relationship Type="http://schemas.openxmlformats.org/officeDocument/2006/relationships/slideLayout" Target="/ppt/slideLayouts/slideLayout14.xml" Id="R31fcbb6765114f15" /><Relationship Type="http://schemas.openxmlformats.org/officeDocument/2006/relationships/slideLayout" Target="/ppt/slideLayouts/slideLayout15.xml" Id="Rc4f0efd211ee4c4a" /><Relationship Type="http://schemas.openxmlformats.org/officeDocument/2006/relationships/slideLayout" Target="/ppt/slideLayouts/slideLayout16.xml" Id="R3625e3383cae498b" /><Relationship Type="http://schemas.openxmlformats.org/officeDocument/2006/relationships/slideLayout" Target="/ppt/slideLayouts/slideLayout17.xml" Id="R1bd3be096a4245c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8" name="9Slide.vn - 2019">
            <a:extLst xmlns:a="http://schemas.openxmlformats.org/drawingml/2006/main">
              <a:ext uri="{FF2B5EF4-FFF2-40B4-BE49-F238E27FC236}">
                <a16:creationId xmlns:a16="http://schemas.microsoft.com/office/drawing/2014/main" id="{2E2EF8C9-F38D-9516-1D87-18E6996ECB8C}"/>
              </a:ext>
            </a:extLst>
          </p:cNvPr>
          <p:cNvSpPr>
            <a:spLocks xmlns:a="http://schemas.openxmlformats.org/drawingml/2006/main" noGrp="1"/>
          </p:cNvSpPr>
          <p:nvPr/>
        </p:nvSpPr>
        <p:spPr>
          <a:xfrm xmlns:a="http://schemas.openxmlformats.org/drawingml/2006/main">
            <a:off x="0" y="-1543110"/>
            <a:ext cx="12192000" cy="400110"/>
          </a:xfrm>
          <a:prstGeom xmlns:a="http://schemas.openxmlformats.org/drawingml/2006/main" prst="rect">
            <a:avLst/>
          </a:prstGeom>
          <a:noFill xmlns:a="http://schemas.openxmlformats.org/drawingml/2006/main"/>
        </p:spPr>
        <p:txBody>
          <a:bodyPr xmlns:a="http://schemas.openxmlformats.org/drawingml/2006/main" vert="horz">
            <a:spAutoFit/>
          </a:bodyPr>
          <a:lstStyle xmlns:a="http://schemas.openxmlformats.org/drawingml/2006/main"/>
          <a:p xmlns:a="http://schemas.openxmlformats.org/drawingml/2006/main">
            <a:pPr algn="ctr">
              <a:buNone/>
            </a:pPr>
            <a:r>
              <a:rPr sz="2000">
                <a:solidFill>
                  <a:srgbClr val="C3C3C3"/>
                </a:solidFill>
              </a:rPr>
              <a:t>www.9slide.vn</a:t>
            </a:r>
            <a:endParaRPr sz="2000">
              <a:solidFill>
                <a:srgbClr val="C3C3C3"/>
              </a:solidFill>
            </a:endParaRPr>
          </a:p>
        </p:txBody>
      </p:sp>
      <p:sp>
        <p:nvSpPr>
          <p:cNvPr id="2" name="Title Placeholder 1">
            <a:extLst xmlns:a="http://schemas.openxmlformats.org/drawingml/2006/main">
              <a:ext uri="{FF2B5EF4-FFF2-40B4-BE49-F238E27FC236}">
                <a16:creationId xmlns:a16="http://schemas.microsoft.com/office/drawing/2014/main" id="{1670449E-3675-4031-8EE1-3EB29DA0FE0D}"/>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83A0CBC-82B8-4035-88C3-CCAFEDA7B1C7}"/>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A2DF3DD-90DC-48A2-9DD3-7CA68B38FA24}"/>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17EE0CA-0453-9B47-838C-B39080F57770}" type="datetime3">
              <a:t>31 March 2024</a:t>
            </a:fld>
            <a:endParaRPr/>
          </a:p>
        </p:txBody>
      </p:sp>
      <p:sp>
        <p:nvSpPr>
          <p:cNvPr id="5" name="Footer Placeholder 4">
            <a:extLst xmlns:a="http://schemas.openxmlformats.org/drawingml/2006/main">
              <a:ext uri="{FF2B5EF4-FFF2-40B4-BE49-F238E27FC236}">
                <a16:creationId xmlns:a16="http://schemas.microsoft.com/office/drawing/2014/main" id="{0C0D11A2-F8BF-4F67-8842-D0D695023309}"/>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r>
              <a:t>Copyrights 2024 CE-UIT. All Rights Reserved.</a:t>
            </a:r>
            <a:endParaRPr/>
          </a:p>
        </p:txBody>
      </p:sp>
      <p:sp>
        <p:nvSpPr>
          <p:cNvPr id="6" name="Slide Number Placeholder 5">
            <a:extLst xmlns:a="http://schemas.openxmlformats.org/drawingml/2006/main">
              <a:ext uri="{FF2B5EF4-FFF2-40B4-BE49-F238E27FC236}">
                <a16:creationId xmlns:a16="http://schemas.microsoft.com/office/drawing/2014/main" id="{A3439A8C-1E8B-4D08-B6AB-5B4B84C38D1C}"/>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48F63A3B-78C7-47BE-AE5E-E10140E04643}" type="slidenum">
              <a:t>‹#›</a:t>
            </a:fld>
            <a:endParaRPr/>
          </a:p>
        </p:txBody>
      </p:sp>
      <p:sp>
        <p:nvSpPr>
          <p:cNvPr id="19" name="Freeform 18">
            <a:extLst xmlns:a="http://schemas.openxmlformats.org/drawingml/2006/main">
              <a:ext uri="{FF2B5EF4-FFF2-40B4-BE49-F238E27FC236}">
                <a16:creationId xmlns:a16="http://schemas.microsoft.com/office/drawing/2014/main" id="{F631ED36-F92A-CE11-0084-292D548DE0CF}"/>
              </a:ext>
            </a:extLst>
          </p:cNvPr>
          <p:cNvSpPr>
            <a:spLocks xmlns:a="http://schemas.openxmlformats.org/drawingml/2006/main" noGrp="1"/>
          </p:cNvSpPr>
          <p:nvPr/>
        </p:nvSpPr>
        <p:spPr>
          <a:xfrm xmlns:a="http://schemas.openxmlformats.org/drawingml/2006/main">
            <a:off x="0" y="1418"/>
            <a:ext cx="12194479" cy="6863661"/>
          </a:xfrm>
          <a:custGeom xmlns:a="http://schemas.openxmlformats.org/drawingml/2006/main">
            <a:gdLst>
              <a:gd name="connsiteX0" fmla="*/ 0 w 12194479"/>
              <a:gd name="connsiteY0" fmla="*/ 6598375 h 6863661"/>
              <a:gd name="connsiteX1" fmla="*/ 262456 w 12194479"/>
              <a:gd name="connsiteY1" fmla="*/ 6860831 h 6863661"/>
              <a:gd name="connsiteX2" fmla="*/ 11932023 w 12194479"/>
              <a:gd name="connsiteY2" fmla="*/ 6860831 h 6863661"/>
              <a:gd name="connsiteX3" fmla="*/ 12194479 w 12194479"/>
              <a:gd name="connsiteY3" fmla="*/ 6598375 h 6863661"/>
              <a:gd name="connsiteX4" fmla="*/ 12194479 w 12194479"/>
              <a:gd name="connsiteY4" fmla="*/ 6863661 h 6863661"/>
              <a:gd name="connsiteX5" fmla="*/ 0 w 12194479"/>
              <a:gd name="connsiteY5" fmla="*/ 6863661 h 6863661"/>
              <a:gd name="connsiteX6" fmla="*/ 0 w 12194479"/>
              <a:gd name="connsiteY6" fmla="*/ 0 h 6863661"/>
              <a:gd name="connsiteX7" fmla="*/ 12194479 w 12194479"/>
              <a:gd name="connsiteY7" fmla="*/ 0 h 6863661"/>
              <a:gd name="connsiteX8" fmla="*/ 12194479 w 12194479"/>
              <a:gd name="connsiteY8" fmla="*/ 265287 h 6863661"/>
              <a:gd name="connsiteX9" fmla="*/ 11932023 w 12194479"/>
              <a:gd name="connsiteY9" fmla="*/ 2831 h 6863661"/>
              <a:gd name="connsiteX10" fmla="*/ 262456 w 12194479"/>
              <a:gd name="connsiteY10" fmla="*/ 2831 h 6863661"/>
              <a:gd name="connsiteX11" fmla="*/ 0 w 12194479"/>
              <a:gd name="connsiteY11" fmla="*/ 265287 h 6863661"/>
            </a:gdLst>
            <a:rect l="l" t="t" r="r" b="b"/>
            <a:pathLst>
              <a:path w="12194479" h="6863661">
                <a:moveTo>
                  <a:pt x="0" y="6598375"/>
                </a:moveTo>
                <a:cubicBezTo>
                  <a:pt x="0" y="6743325"/>
                  <a:pt x="117506" y="6860831"/>
                  <a:pt x="262456" y="6860831"/>
                </a:cubicBezTo>
                <a:lnTo>
                  <a:pt x="11932023" y="6860831"/>
                </a:lnTo>
                <a:cubicBezTo>
                  <a:pt x="12076973" y="6860831"/>
                  <a:pt x="12194479" y="6743325"/>
                  <a:pt x="12194479" y="6598375"/>
                </a:cubicBezTo>
                <a:lnTo>
                  <a:pt x="12194479" y="6863661"/>
                </a:lnTo>
                <a:lnTo>
                  <a:pt x="0" y="6863661"/>
                </a:lnTo>
                <a:close/>
                <a:moveTo>
                  <a:pt x="0" y="0"/>
                </a:moveTo>
                <a:lnTo>
                  <a:pt x="12194479" y="0"/>
                </a:lnTo>
                <a:lnTo>
                  <a:pt x="12194479" y="265287"/>
                </a:lnTo>
                <a:cubicBezTo>
                  <a:pt x="12194479" y="120337"/>
                  <a:pt x="12076973" y="2831"/>
                  <a:pt x="11932023" y="2831"/>
                </a:cubicBezTo>
                <a:lnTo>
                  <a:pt x="262456" y="2831"/>
                </a:lnTo>
                <a:cubicBezTo>
                  <a:pt x="117506" y="2831"/>
                  <a:pt x="0" y="120337"/>
                  <a:pt x="0" y="265287"/>
                </a:cubicBezTo>
                <a:close/>
              </a:path>
            </a:pathLst>
          </a:custGeom>
          <a:solidFill xmlns:a="http://schemas.openxmlformats.org/drawingml/2006/main">
            <a:schemeClr val="tx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6d33133b9e4181"/>
    <p:sldLayoutId xmlns:r="http://schemas.openxmlformats.org/officeDocument/2006/relationships" id="2147483650" r:id="Rddd264c5412b4735"/>
    <p:sldLayoutId xmlns:r="http://schemas.openxmlformats.org/officeDocument/2006/relationships" id="2147483651" r:id="Re77d7a7a90e24e07"/>
    <p:sldLayoutId xmlns:r="http://schemas.openxmlformats.org/officeDocument/2006/relationships" id="2147483652" r:id="R14e389fa496c4b0b"/>
    <p:sldLayoutId xmlns:r="http://schemas.openxmlformats.org/officeDocument/2006/relationships" id="2147483653" r:id="Ra30552de48744b0c"/>
    <p:sldLayoutId xmlns:r="http://schemas.openxmlformats.org/officeDocument/2006/relationships" id="2147483654" r:id="R5737cafb69c04e65"/>
    <p:sldLayoutId xmlns:r="http://schemas.openxmlformats.org/officeDocument/2006/relationships" id="2147483655" r:id="Rbeeb9bbce53a433f"/>
    <p:sldLayoutId xmlns:r="http://schemas.openxmlformats.org/officeDocument/2006/relationships" id="2147483656" r:id="R6f05ee72232c47b8"/>
    <p:sldLayoutId xmlns:r="http://schemas.openxmlformats.org/officeDocument/2006/relationships" id="2147483657" r:id="R85614a1cb39f4105"/>
    <p:sldLayoutId xmlns:r="http://schemas.openxmlformats.org/officeDocument/2006/relationships" id="2147483658" r:id="R9ffe7042f080435e"/>
    <p:sldLayoutId xmlns:r="http://schemas.openxmlformats.org/officeDocument/2006/relationships" id="2147483659" r:id="Rb2a2105f119745ca"/>
    <p:sldLayoutId xmlns:r="http://schemas.openxmlformats.org/officeDocument/2006/relationships" id="2147483660" r:id="Rfbc45ff0cb9f4199"/>
    <p:sldLayoutId xmlns:r="http://schemas.openxmlformats.org/officeDocument/2006/relationships" id="2147483661" r:id="R95bbedb26a3e4557"/>
    <p:sldLayoutId xmlns:r="http://schemas.openxmlformats.org/officeDocument/2006/relationships" id="2147483662" r:id="R31fcbb6765114f15"/>
    <p:sldLayoutId xmlns:r="http://schemas.openxmlformats.org/officeDocument/2006/relationships" id="2147483663" r:id="Rc4f0efd211ee4c4a"/>
    <p:sldLayoutId xmlns:r="http://schemas.openxmlformats.org/officeDocument/2006/relationships" id="2147483664" r:id="R3625e3383cae498b"/>
    <p:sldLayoutId xmlns:r="http://schemas.openxmlformats.org/officeDocument/2006/relationships" id="2147483665" r:id="R1bd3be096a4245c6"/>
  </p:sldLayoutIdLst>
  <p:hf hd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FCE Green v2">
      <a:dk1>
        <a:srgbClr val="000000"/>
      </a:dk1>
      <a:lt1>
        <a:srgbClr val="FFFFFF"/>
      </a:lt1>
      <a:dk2>
        <a:srgbClr val="455F51"/>
      </a:dk2>
      <a:lt2>
        <a:srgbClr val="E3DED1"/>
      </a:lt2>
      <a:accent1>
        <a:srgbClr val="549E39"/>
      </a:accent1>
      <a:accent2>
        <a:srgbClr val="0071FF"/>
      </a:accent2>
      <a:accent3>
        <a:srgbClr val="38EF7D"/>
      </a:accent3>
      <a:accent4>
        <a:srgbClr val="029676"/>
      </a:accent4>
      <a:accent5>
        <a:srgbClr val="F5AF19"/>
      </a:accent5>
      <a:accent6>
        <a:srgbClr val="F12711"/>
      </a:accent6>
      <a:hlink>
        <a:srgbClr val="6B9F25"/>
      </a:hlink>
      <a:folHlink>
        <a:srgbClr val="BA6906"/>
      </a:folHlink>
    </a:clrScheme>
    <a:fontScheme name="Times New Roman-Arial">
      <a:maj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CE Green v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9aac720f458461e" /><Relationship Type="http://schemas.openxmlformats.org/officeDocument/2006/relationships/notesSlide" Target="/ppt/notesSlides/notesSlide1.xml" Id="Rca87d9850cc24f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56888682b5ec4bce" /><Relationship Type="http://schemas.openxmlformats.org/officeDocument/2006/relationships/notesSlide" Target="/ppt/notesSlides/notesSlide2.xml" Id="R35cedcee56d648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fab90c953f7b4f9e" /><Relationship Type="http://schemas.openxmlformats.org/officeDocument/2006/relationships/notesSlide" Target="/ppt/notesSlides/notesSlide3.xml" Id="R46a744938d6643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075ebe3009304cf6" /><Relationship Type="http://schemas.openxmlformats.org/officeDocument/2006/relationships/notesSlide" Target="/ppt/notesSlides/notesSlide4.xml" Id="R59b404caa2034e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9e2b776fb1ef4374" /><Relationship Type="http://schemas.openxmlformats.org/officeDocument/2006/relationships/notesSlide" Target="/ppt/notesSlides/notesSlide5.xml" Id="Rc9566929304141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3d8dbc2df34f4789" /><Relationship Type="http://schemas.openxmlformats.org/officeDocument/2006/relationships/notesSlide" Target="/ppt/notesSlides/notesSlide6.xml" Id="Rac8d84431ba341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da0173eedd6946b1" /><Relationship Type="http://schemas.openxmlformats.org/officeDocument/2006/relationships/image" Target="/ppt/media/image6.png" Id="R95a9172f090b457b" /><Relationship Type="http://schemas.openxmlformats.org/officeDocument/2006/relationships/image" Target="/ppt/media/image7.png" Id="Rcb0e782c7148462a" /><Relationship Type="http://schemas.openxmlformats.org/officeDocument/2006/relationships/image" Target="/ppt/media/image8.png" Id="R62f6a6da05f84e99" /><Relationship Type="http://schemas.openxmlformats.org/officeDocument/2006/relationships/notesSlide" Target="/ppt/notesSlides/notesSlide7.xml" Id="Rf686bd81108d42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a1495e64f3f84164" /><Relationship Type="http://schemas.openxmlformats.org/officeDocument/2006/relationships/image" Target="/ppt/media/image9.png" Id="R29facb6c04e7484d" /><Relationship Type="http://schemas.openxmlformats.org/officeDocument/2006/relationships/image" Target="/ppt/media/image10.png" Id="R1b682576418d404c" /><Relationship Type="http://schemas.openxmlformats.org/officeDocument/2006/relationships/notesSlide" Target="/ppt/notesSlides/notesSlide8.xml" Id="R62ea0c8c6eaa40ed"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3991582b031e4336" /><Relationship Type="http://schemas.openxmlformats.org/officeDocument/2006/relationships/notesSlide" Target="/ppt/notesSlides/notesSlide9.xml" Id="R5a1706d2f04a453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51dbd534174d4889" /><Relationship Type="http://schemas.openxmlformats.org/officeDocument/2006/relationships/notesSlide" Target="/ppt/notesSlides/notesSlide10.xml" Id="R046240e1f1934fe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A6329C4-99A1-6E4F-4374-1D5CEAAC48DD}"/>
              </a:ext>
            </a:extLst>
          </p:cNvPr>
          <p:cNvSpPr>
            <a:spLocks xmlns:a="http://schemas.openxmlformats.org/drawingml/2006/main" noGrp="1"/>
          </p:cNvSpPr>
          <p:nvPr>
            <p:ph type="ctrTitle" idx="0"/>
          </p:nvPr>
        </p:nvSpPr>
        <p:spPr>
          <a:xfrm xmlns:a="http://schemas.openxmlformats.org/drawingml/2006/main">
            <a:off x="1524000" y="1591081"/>
            <a:ext cx="9144000" cy="1837919"/>
          </a:xfrm>
        </p:spPr>
        <p:txBody>
          <a:bodyPr xmlns:a="http://schemas.openxmlformats.org/drawingml/2006/main">
            <a:normAutofit fontScale="100000"/>
          </a:bodyPr>
          <a:lstStyle xmlns:a="http://schemas.openxmlformats.org/drawingml/2006/main">
            <a:defPPr algn="ctr">
              <a:defRPr sz="4125" b="1">
                <a:solidFill>
                  <a:srgbClr val="15C58B"/>
                </a:solidFill>
              </a:defRPr>
            </a:defPPr>
            <a:lvl1pPr algn="ctr">
              <a:defRPr sz="4125" b="1">
                <a:solidFill>
                  <a:srgbClr val="15C58B"/>
                </a:solidFill>
              </a:defRPr>
            </a:lvl1pPr>
            <a:lvl2pPr algn="ctr">
              <a:defRPr sz="4125" b="1">
                <a:solidFill>
                  <a:srgbClr val="15C58B"/>
                </a:solidFill>
              </a:defRPr>
            </a:lvl2pPr>
            <a:lvl3pPr algn="ctr">
              <a:defRPr sz="4125" b="1">
                <a:solidFill>
                  <a:srgbClr val="15C58B"/>
                </a:solidFill>
              </a:defRPr>
            </a:lvl3pPr>
            <a:lvl4pPr algn="ctr">
              <a:defRPr sz="4125" b="1">
                <a:solidFill>
                  <a:srgbClr val="15C58B"/>
                </a:solidFill>
              </a:defRPr>
            </a:lvl4pPr>
            <a:lvl5pPr algn="ctr">
              <a:defRPr sz="4125" b="1">
                <a:solidFill>
                  <a:srgbClr val="15C58B"/>
                </a:solidFill>
              </a:defRPr>
            </a:lvl5pPr>
            <a:lvl6pPr algn="ctr">
              <a:defRPr sz="4125" b="1">
                <a:solidFill>
                  <a:srgbClr val="15C58B"/>
                </a:solidFill>
              </a:defRPr>
            </a:lvl6pPr>
            <a:lvl7pPr algn="ctr">
              <a:defRPr sz="4125" b="1">
                <a:solidFill>
                  <a:srgbClr val="15C58B"/>
                </a:solidFill>
              </a:defRPr>
            </a:lvl7pPr>
            <a:lvl8pPr algn="ctr">
              <a:defRPr sz="4125" b="1">
                <a:solidFill>
                  <a:srgbClr val="15C58B"/>
                </a:solidFill>
              </a:defRPr>
            </a:lvl8pPr>
            <a:lvl9pPr algn="ctr">
              <a:defRPr sz="4125" b="1">
                <a:solidFill>
                  <a:srgbClr val="15C58B"/>
                </a:solidFill>
              </a:defRPr>
            </a:lvl9pPr>
          </a:lstStyle>
          <a:p xmlns:a="http://schemas.openxmlformats.org/drawingml/2006/main">
            <a:pPr algn="ctr">
              <a:defRPr sz="4125" b="1">
                <a:solidFill>
                  <a:srgbClr val="15C58B"/>
                </a:solidFill>
              </a:defRPr>
            </a:pPr>
            <a:r>
              <a:rPr sz="4125" b="1">
                <a:solidFill>
                  <a:srgbClr val="15C58B"/>
                </a:solidFill>
              </a:rPr>
              <a:t>HỆ THỐNG BĂNG TẢI</a:t>
            </a:r>
          </a:p>
          <a:p xmlns:a="http://schemas.openxmlformats.org/drawingml/2006/main">
            <a:pPr algn="ctr">
              <a:defRPr sz="4125" b="1">
                <a:solidFill>
                  <a:srgbClr val="15C58B"/>
                </a:solidFill>
              </a:defRPr>
            </a:pPr>
            <a:r>
              <a:rPr sz="4125" b="1">
                <a:solidFill>
                  <a:srgbClr val="15C58B"/>
                </a:solidFill>
              </a:rPr>
              <a:t>PHÂN LOẠI QUẢ TẮC</a:t>
            </a:r>
          </a:p>
        </p:txBody>
      </p:sp>
      <p:sp>
        <p:nvSpPr>
          <p:cNvPr id="3" name="Text Placeholder 2">
            <a:extLst xmlns:a="http://schemas.openxmlformats.org/drawingml/2006/main">
              <a:ext uri="{FF2B5EF4-FFF2-40B4-BE49-F238E27FC236}">
                <a16:creationId xmlns:a16="http://schemas.microsoft.com/office/drawing/2014/main" id="{14CE0914-A039-5855-B5C6-C4237FEC9CD1}"/>
              </a:ext>
            </a:extLst>
          </p:cNvPr>
          <p:cNvSpPr>
            <a:spLocks xmlns:a="http://schemas.openxmlformats.org/drawingml/2006/main" noGrp="1"/>
          </p:cNvSpPr>
          <p:nvPr>
            <p:ph type="body" idx="14"/>
          </p:nvPr>
        </p:nvSpPr>
        <p:spPr>
          <a:xfrm xmlns:a="http://schemas.openxmlformats.org/drawingml/2006/main">
            <a:off x="1524000" y="6005193"/>
            <a:ext cx="9144000" cy="519113"/>
          </a:xfrm>
        </p:spPr>
        <p:txBody>
          <a:bodyPr xmlns:a="http://schemas.openxmlformats.org/drawingml/2006/main"/>
          <a:lstStyle xmlns:a="http://schemas.openxmlformats.org/drawingml/2006/main"/>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CA21DE20-70D6-DD65-B1D0-08C5B47A043F}"/>
              </a:ext>
            </a:extLst>
          </p:cNvPr>
          <p:cNvSpPr>
            <a:spLocks xmlns:a="http://schemas.openxmlformats.org/drawingml/2006/main" noGrp="1"/>
          </p:cNvSpPr>
          <p:nvPr>
            <p:ph type="body" idx="15"/>
          </p:nvPr>
        </p:nvSpPr>
        <p:spPr>
          <a:xfrm xmlns:a="http://schemas.openxmlformats.org/drawingml/2006/main">
            <a:off x="3730276" y="1217581"/>
            <a:ext cx="3905250" cy="381000"/>
          </a:xfrm>
        </p:spPr>
        <p:txBody>
          <a:bodyPr xmlns:a="http://schemas.openxmlformats.org/drawingml/2006/main"/>
          <a:lstStyle xmlns:a="http://schemas.openxmlformats.org/drawingml/2006/main"/>
          <a:p xmlns:a="http://schemas.openxmlformats.org/drawingml/2006/main">
            <a:pPr marL="0" indent="0">
              <a:buNone/>
            </a:pPr>
            <a:r>
              <a:rPr sz="1200"/>
              <a:t>BÁO CÁO TIẾN ĐỘ CE224</a:t>
            </a:r>
          </a:p>
        </p:txBody>
      </p:sp>
      <p:sp>
        <p:nvSpPr>
          <p:cNvPr id="8" name="TextBox 7">
            <a:extLst xmlns:a="http://schemas.openxmlformats.org/drawingml/2006/main">
              <a:ext uri="{FF2B5EF4-FFF2-40B4-BE49-F238E27FC236}">
                <a16:creationId xmlns:a16="http://schemas.microsoft.com/office/drawing/2014/main" id="{401E99C6-9F71-2563-42D3-79554AE1E10D}"/>
              </a:ext>
            </a:extLst>
          </p:cNvPr>
          <p:cNvSpPr>
            <a:spLocks xmlns:a="http://schemas.openxmlformats.org/drawingml/2006/main" noGrp="1"/>
          </p:cNvSpPr>
          <p:nvPr/>
        </p:nvSpPr>
        <p:spPr>
          <a:xfrm xmlns:a="http://schemas.openxmlformats.org/drawingml/2006/main">
            <a:off x="1524000" y="3681350"/>
            <a:ext cx="9144000" cy="5669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lnSpc>
                <a:spcPct val="130000"/>
              </a:lnSpc>
              <a:spcBef>
                <a:spcPts val="300"/>
              </a:spcBef>
              <a:spcAft>
                <a:spcPts val="300"/>
              </a:spcAft>
              <a:buNone/>
            </a:pPr>
            <a:r>
              <a:rPr sz="2400" b="1">
                <a:solidFill>
                  <a:schemeClr val="accent4"/>
                </a:solidFill>
              </a:rPr>
              <a:t/>
            </a:r>
          </a:p>
        </p:txBody>
      </p:sp>
      <p:sp>
        <p:nvSpPr>
          <p:cNvPr id="9" name="">
            <a:extLst xmlns:a="http://schemas.openxmlformats.org/drawingml/2006/main">
              <a:ext uri="{FF2B5EF4-FFF2-40B4-BE49-F238E27FC236}">
                <a16:creationId xmlns:a16="http://schemas.microsoft.com/office/drawing/2014/main" id="{ADF60CCF-94E1-4AEF-BA8D-3D6C690F9D88}"/>
              </a:ext>
            </a:extLst>
          </p:cNvPr>
          <p:cNvSpPr>
            <a:spLocks xmlns:a="http://schemas.openxmlformats.org/drawingml/2006/main" noGrp="1"/>
          </p:cNvSpPr>
          <p:nvPr/>
        </p:nvSpPr>
        <p:spPr>
          <a:xfrm xmlns:a="http://schemas.openxmlformats.org/drawingml/2006/main">
            <a:off x="1609725" y="3771900"/>
            <a:ext cx="895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029676"/>
                </a:solidFill>
              </a:defRPr>
            </a:defPPr>
            <a:lvl1pPr algn="l">
              <a:defRPr sz="2550" b="1">
                <a:solidFill>
                  <a:srgbClr val="029676"/>
                </a:solidFill>
              </a:defRPr>
            </a:lvl1pPr>
            <a:lvl2pPr algn="l">
              <a:defRPr sz="2550" b="1">
                <a:solidFill>
                  <a:srgbClr val="029676"/>
                </a:solidFill>
              </a:defRPr>
            </a:lvl2pPr>
            <a:lvl3pPr algn="l">
              <a:defRPr sz="2550" b="1">
                <a:solidFill>
                  <a:srgbClr val="029676"/>
                </a:solidFill>
              </a:defRPr>
            </a:lvl3pPr>
            <a:lvl4pPr algn="l">
              <a:defRPr sz="2550" b="1">
                <a:solidFill>
                  <a:srgbClr val="029676"/>
                </a:solidFill>
              </a:defRPr>
            </a:lvl4pPr>
            <a:lvl5pPr algn="l">
              <a:defRPr sz="2550" b="1">
                <a:solidFill>
                  <a:srgbClr val="029676"/>
                </a:solidFill>
              </a:defRPr>
            </a:lvl5pPr>
            <a:lvl6pPr algn="l">
              <a:defRPr sz="2550" b="1">
                <a:solidFill>
                  <a:srgbClr val="029676"/>
                </a:solidFill>
              </a:defRPr>
            </a:lvl6pPr>
            <a:lvl7pPr algn="l">
              <a:defRPr sz="2550" b="1">
                <a:solidFill>
                  <a:srgbClr val="029676"/>
                </a:solidFill>
              </a:defRPr>
            </a:lvl7pPr>
            <a:lvl8pPr algn="l">
              <a:defRPr sz="2550" b="1">
                <a:solidFill>
                  <a:srgbClr val="029676"/>
                </a:solidFill>
              </a:defRPr>
            </a:lvl8pPr>
            <a:lvl9pPr algn="l">
              <a:defRPr sz="2550" b="1">
                <a:solidFill>
                  <a:srgbClr val="029676"/>
                </a:solidFill>
              </a:defRPr>
            </a:lvl9pPr>
          </a:lstStyle>
          <a:p xmlns:a="http://schemas.openxmlformats.org/drawingml/2006/main">
            <a:pPr algn="l">
              <a:defRPr sz="2550" b="1">
                <a:solidFill>
                  <a:srgbClr val="029676"/>
                </a:solidFill>
              </a:defRPr>
            </a:pPr>
            <a:r>
              <a:rPr sz="2550" b="1">
                <a:solidFill>
                  <a:srgbClr val="029676"/>
                </a:solidFill>
              </a:rPr>
              <a:t>Thiết kế hệ thống nhúng – CE224</a:t>
            </a:r>
          </a:p>
        </p:txBody>
      </p:sp>
      <p:sp>
        <p:nvSpPr>
          <p:cNvPr id="10" name="">
            <a:extLst xmlns:a="http://schemas.openxmlformats.org/drawingml/2006/main">
              <a:ext uri="{FF2B5EF4-FFF2-40B4-BE49-F238E27FC236}">
                <a16:creationId xmlns:a16="http://schemas.microsoft.com/office/drawing/2014/main" id="{933A3EFE-DED6-4DD6-BB82-DB33A8D1C847}"/>
              </a:ext>
            </a:extLst>
          </p:cNvPr>
          <p:cNvSpPr>
            <a:spLocks xmlns:a="http://schemas.openxmlformats.org/drawingml/2006/main" noGrp="1"/>
          </p:cNvSpPr>
          <p:nvPr/>
        </p:nvSpPr>
        <p:spPr>
          <a:xfrm xmlns:a="http://schemas.openxmlformats.org/drawingml/2006/main">
            <a:off x="1609725" y="4438650"/>
            <a:ext cx="914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400" b="0">
                <a:solidFill>
                  <a:srgbClr val="000000"/>
                </a:solidFill>
              </a:defRPr>
            </a:defPPr>
            <a:lvl1pPr algn="l">
              <a:defRPr sz="2400" b="0">
                <a:solidFill>
                  <a:srgbClr val="000000"/>
                </a:solidFill>
              </a:defRPr>
            </a:lvl1pPr>
            <a:lvl2pPr algn="l">
              <a:defRPr sz="2400" b="0">
                <a:solidFill>
                  <a:srgbClr val="000000"/>
                </a:solidFill>
              </a:defRPr>
            </a:lvl2pPr>
            <a:lvl3pPr algn="l">
              <a:defRPr sz="2400" b="0">
                <a:solidFill>
                  <a:srgbClr val="000000"/>
                </a:solidFill>
              </a:defRPr>
            </a:lvl3pPr>
            <a:lvl4pPr algn="l">
              <a:defRPr sz="2400" b="0">
                <a:solidFill>
                  <a:srgbClr val="000000"/>
                </a:solidFill>
              </a:defRPr>
            </a:lvl4pPr>
            <a:lvl5pPr algn="l">
              <a:defRPr sz="2400" b="0">
                <a:solidFill>
                  <a:srgbClr val="000000"/>
                </a:solidFill>
              </a:defRPr>
            </a:lvl5pPr>
            <a:lvl6pPr algn="l">
              <a:defRPr sz="2400" b="0">
                <a:solidFill>
                  <a:srgbClr val="000000"/>
                </a:solidFill>
              </a:defRPr>
            </a:lvl6pPr>
            <a:lvl7pPr algn="l">
              <a:defRPr sz="2400" b="0">
                <a:solidFill>
                  <a:srgbClr val="000000"/>
                </a:solidFill>
              </a:defRPr>
            </a:lvl7pPr>
            <a:lvl8pPr algn="l">
              <a:defRPr sz="2400" b="0">
                <a:solidFill>
                  <a:srgbClr val="000000"/>
                </a:solidFill>
              </a:defRPr>
            </a:lvl8pPr>
            <a:lvl9pPr algn="l">
              <a:defRPr sz="2400" b="0">
                <a:solidFill>
                  <a:srgbClr val="000000"/>
                </a:solidFill>
              </a:defRPr>
            </a:lvl9pPr>
          </a:lstStyle>
          <a:p xmlns:a="http://schemas.openxmlformats.org/drawingml/2006/main">
            <a:pPr algn="l">
              <a:defRPr sz="2400" b="0">
                <a:solidFill>
                  <a:srgbClr val="000000"/>
                </a:solidFill>
              </a:defRPr>
            </a:pPr>
            <a:r>
              <a:rPr sz="2400" b="0">
                <a:solidFill>
                  <a:srgbClr val="000000"/>
                </a:solidFill>
              </a:rPr>
              <a:t>Giảng viên giảng dạy: Phạm Quốc Hùng</a:t>
            </a:r>
          </a:p>
        </p:txBody>
      </p:sp>
      <p:sp>
        <p:nvSpPr>
          <p:cNvPr id="11" name="">
            <a:extLst xmlns:a="http://schemas.openxmlformats.org/drawingml/2006/main">
              <a:ext uri="{FF2B5EF4-FFF2-40B4-BE49-F238E27FC236}">
                <a16:creationId xmlns:a16="http://schemas.microsoft.com/office/drawing/2014/main" id="{EBA3087B-DDB5-48A7-ADF2-217EAC4B4624}"/>
              </a:ext>
            </a:extLst>
          </p:cNvPr>
          <p:cNvSpPr>
            <a:spLocks xmlns:a="http://schemas.openxmlformats.org/drawingml/2006/main" noGrp="1"/>
          </p:cNvSpPr>
          <p:nvPr/>
        </p:nvSpPr>
        <p:spPr>
          <a:xfrm xmlns:a="http://schemas.openxmlformats.org/drawingml/2006/main">
            <a:off x="1609725" y="5143500"/>
            <a:ext cx="914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000000"/>
                </a:solidFill>
              </a:defRPr>
            </a:defPPr>
            <a:lvl1pPr algn="l">
              <a:defRPr sz="2250" b="0">
                <a:solidFill>
                  <a:srgbClr val="000000"/>
                </a:solidFill>
              </a:defRPr>
            </a:lvl1pPr>
            <a:lvl2pPr algn="l">
              <a:defRPr sz="2250" b="0">
                <a:solidFill>
                  <a:srgbClr val="000000"/>
                </a:solidFill>
              </a:defRPr>
            </a:lvl2pPr>
            <a:lvl3pPr algn="l">
              <a:defRPr sz="2250" b="0">
                <a:solidFill>
                  <a:srgbClr val="000000"/>
                </a:solidFill>
              </a:defRPr>
            </a:lvl3pPr>
            <a:lvl4pPr algn="l">
              <a:defRPr sz="2250" b="0">
                <a:solidFill>
                  <a:srgbClr val="000000"/>
                </a:solidFill>
              </a:defRPr>
            </a:lvl4pPr>
            <a:lvl5pPr algn="l">
              <a:defRPr sz="2250" b="0">
                <a:solidFill>
                  <a:srgbClr val="000000"/>
                </a:solidFill>
              </a:defRPr>
            </a:lvl5pPr>
            <a:lvl6pPr algn="l">
              <a:defRPr sz="2250" b="0">
                <a:solidFill>
                  <a:srgbClr val="000000"/>
                </a:solidFill>
              </a:defRPr>
            </a:lvl6pPr>
            <a:lvl7pPr algn="l">
              <a:defRPr sz="2250" b="0">
                <a:solidFill>
                  <a:srgbClr val="000000"/>
                </a:solidFill>
              </a:defRPr>
            </a:lvl7pPr>
            <a:lvl8pPr algn="l">
              <a:defRPr sz="2250" b="0">
                <a:solidFill>
                  <a:srgbClr val="000000"/>
                </a:solidFill>
              </a:defRPr>
            </a:lvl8pPr>
            <a:lvl9pPr algn="l">
              <a:defRPr sz="2250" b="0">
                <a:solidFill>
                  <a:srgbClr val="000000"/>
                </a:solidFill>
              </a:defRPr>
            </a:lvl9pPr>
          </a:lstStyle>
          <a:p xmlns:a="http://schemas.openxmlformats.org/drawingml/2006/main">
            <a:pPr algn="l">
              <a:defRPr sz="2250" b="0">
                <a:solidFill>
                  <a:srgbClr val="000000"/>
                </a:solidFill>
              </a:defRPr>
            </a:pPr>
            <a:r>
              <a:rPr sz="2250" b="0">
                <a:solidFill>
                  <a:srgbClr val="000000"/>
                </a:solidFill>
              </a:rPr>
              <a:t>Phân loại theo trạng thái: sống, chín và hư</a:t>
            </a:r>
          </a:p>
        </p:txBody>
      </p:sp>
    </p:spTree>
    <p:extLst>
      <p:ext uri="{BB962C8B-B14F-4D97-AF65-F5344CB8AC3E}">
        <p14:creationId xmlns:p14="http://schemas.microsoft.com/office/powerpoint/2010/main" val="205270259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FB7D05-0C4E-A77F-E26E-F3AF1D5B27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defPPr>
              <a:defRPr sz="4400" b="1">
                <a:solidFill>
                  <a:srgbClr val="00A65A"/>
                </a:solidFill>
              </a:defRPr>
            </a:defPPr>
            <a:lvl1pPr>
              <a:defRPr sz="4400" b="1">
                <a:solidFill>
                  <a:srgbClr val="00A65A"/>
                </a:solidFill>
              </a:defRPr>
            </a:lvl1pPr>
            <a:lvl2pPr>
              <a:defRPr sz="4400" b="1">
                <a:solidFill>
                  <a:srgbClr val="00A65A"/>
                </a:solidFill>
              </a:defRPr>
            </a:lvl2pPr>
            <a:lvl3pPr>
              <a:defRPr sz="4400" b="1">
                <a:solidFill>
                  <a:srgbClr val="00A65A"/>
                </a:solidFill>
              </a:defRPr>
            </a:lvl3pPr>
            <a:lvl4pPr>
              <a:defRPr sz="4400" b="1">
                <a:solidFill>
                  <a:srgbClr val="00A65A"/>
                </a:solidFill>
              </a:defRPr>
            </a:lvl4pPr>
            <a:lvl5pPr>
              <a:defRPr sz="4400" b="1">
                <a:solidFill>
                  <a:srgbClr val="00A65A"/>
                </a:solidFill>
              </a:defRPr>
            </a:lvl5pPr>
            <a:lvl6pPr>
              <a:defRPr sz="4400" b="1">
                <a:solidFill>
                  <a:srgbClr val="00A65A"/>
                </a:solidFill>
              </a:defRPr>
            </a:lvl6pPr>
            <a:lvl7pPr>
              <a:defRPr sz="4400" b="1">
                <a:solidFill>
                  <a:srgbClr val="00A65A"/>
                </a:solidFill>
              </a:defRPr>
            </a:lvl7pPr>
            <a:lvl8pPr>
              <a:defRPr sz="4400" b="1">
                <a:solidFill>
                  <a:srgbClr val="00A65A"/>
                </a:solidFill>
              </a:defRPr>
            </a:lvl8pPr>
            <a:lvl9pPr>
              <a:defRPr sz="4400" b="1">
                <a:solidFill>
                  <a:srgbClr val="00A65A"/>
                </a:solidFill>
              </a:defRPr>
            </a:lvl9pPr>
          </a:lstStyle>
          <a:p xmlns:a="http://schemas.openxmlformats.org/drawingml/2006/main">
            <a:pPr>
              <a:defRPr sz="4400" b="1">
                <a:solidFill>
                  <a:srgbClr val="00A65A"/>
                </a:solidFill>
              </a:defRPr>
            </a:pPr>
            <a:r>
              <a:rPr sz="4400" b="1">
                <a:solidFill>
                  <a:srgbClr val="00A65A"/>
                </a:solidFill>
              </a:rPr>
              <a:t>1. Giới thiệu dự án</a:t>
            </a:r>
          </a:p>
        </p:txBody>
      </p:sp>
      <p:sp>
        <p:nvSpPr>
          <p:cNvPr id="3" name="Content Placeholder 2">
            <a:extLst xmlns:a="http://schemas.openxmlformats.org/drawingml/2006/main">
              <a:ext uri="{FF2B5EF4-FFF2-40B4-BE49-F238E27FC236}">
                <a16:creationId xmlns:a16="http://schemas.microsoft.com/office/drawing/2014/main" id="{C184955D-FD4B-EB3E-53CC-9CD6B5478F2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
            </a:r>
          </a:p>
        </p:txBody>
      </p:sp>
      <p:sp>
        <p:nvSpPr>
          <p:cNvPr id="4" name="Footer Placeholder 3">
            <a:extLst xmlns:a="http://schemas.openxmlformats.org/drawingml/2006/main">
              <a:ext uri="{FF2B5EF4-FFF2-40B4-BE49-F238E27FC236}">
                <a16:creationId xmlns:a16="http://schemas.microsoft.com/office/drawing/2014/main" id="{015C65A7-EBE0-CFEF-DECA-4B82E533706E}"/>
              </a:ext>
            </a:extLst>
          </p:cNvPr>
          <p:cNvSpPr>
            <a:spLocks xmlns:a="http://schemas.openxmlformats.org/drawingml/2006/main" noGrp="1"/>
          </p:cNvSpPr>
          <p:nvPr>
            <p:ph type="ftr" idx="11"/>
          </p:nvPr>
        </p:nvSpPr>
        <p:spPr>
          <a:xfrm xmlns:a="http://schemas.openxmlformats.org/drawingml/2006/main">
            <a:off x="4233577" y="6356318"/>
            <a:ext cx="4114800" cy="365093"/>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5" name="Slide Number Placeholder 4">
            <a:extLst xmlns:a="http://schemas.openxmlformats.org/drawingml/2006/main">
              <a:ext uri="{FF2B5EF4-FFF2-40B4-BE49-F238E27FC236}">
                <a16:creationId xmlns:a16="http://schemas.microsoft.com/office/drawing/2014/main" id="{90FB323D-3E60-D198-26D8-C64C76E694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4</a:t>
            </a:fld>
            <a:endParaRPr/>
          </a:p>
        </p:txBody>
      </p:sp>
      <p:sp>
        <p:nvSpPr>
          <p:cNvPr id="6" name="">
            <a:extLst xmlns:a="http://schemas.openxmlformats.org/drawingml/2006/main">
              <a:ext uri="{FF2B5EF4-FFF2-40B4-BE49-F238E27FC236}">
                <a16:creationId xmlns:a16="http://schemas.microsoft.com/office/drawing/2014/main" id="{8ED8E0D4-488D-4C28-A4C2-C41F59B5F605}"/>
              </a:ext>
            </a:extLst>
          </p:cNvPr>
          <p:cNvSpPr>
            <a:spLocks xmlns:a="http://schemas.openxmlformats.org/drawingml/2006/main" noGrp="1"/>
          </p:cNvSpPr>
          <p:nvPr/>
        </p:nvSpPr>
        <p:spPr>
          <a:xfrm xmlns:a="http://schemas.openxmlformats.org/drawingml/2006/main">
            <a:off x="723900" y="2171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Băng tải đưa từng quả tắc qua camera.</a:t>
            </a:r>
          </a:p>
        </p:txBody>
      </p:sp>
      <p:sp>
        <p:nvSpPr>
          <p:cNvPr id="7" name="">
            <a:extLst xmlns:a="http://schemas.openxmlformats.org/drawingml/2006/main">
              <a:ext uri="{FF2B5EF4-FFF2-40B4-BE49-F238E27FC236}">
                <a16:creationId xmlns:a16="http://schemas.microsoft.com/office/drawing/2014/main" id="{F7E9CDDD-3E80-41EA-AE0F-7022A47FAD04}"/>
              </a:ext>
            </a:extLst>
          </p:cNvPr>
          <p:cNvSpPr>
            <a:spLocks xmlns:a="http://schemas.openxmlformats.org/drawingml/2006/main" noGrp="1"/>
          </p:cNvSpPr>
          <p:nvPr/>
        </p:nvSpPr>
        <p:spPr>
          <a:xfrm xmlns:a="http://schemas.openxmlformats.org/drawingml/2006/main">
            <a:off x="723900" y="3009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Mô hình nhận diện tắc sống, tắc chín và tắc hư.</a:t>
            </a:r>
          </a:p>
        </p:txBody>
      </p:sp>
      <p:sp>
        <p:nvSpPr>
          <p:cNvPr id="8" name="">
            <a:extLst xmlns:a="http://schemas.openxmlformats.org/drawingml/2006/main">
              <a:ext uri="{FF2B5EF4-FFF2-40B4-BE49-F238E27FC236}">
                <a16:creationId xmlns:a16="http://schemas.microsoft.com/office/drawing/2014/main" id="{97A83A5D-31C5-4702-B41C-55BA0641B214}"/>
              </a:ext>
            </a:extLst>
          </p:cNvPr>
          <p:cNvSpPr>
            <a:spLocks xmlns:a="http://schemas.openxmlformats.org/drawingml/2006/main" noGrp="1"/>
          </p:cNvSpPr>
          <p:nvPr/>
        </p:nvSpPr>
        <p:spPr>
          <a:xfrm xmlns:a="http://schemas.openxmlformats.org/drawingml/2006/main">
            <a:off x="723900" y="38481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Servo gạt quả vào hộp theo kết quả phân loại.</a:t>
            </a:r>
          </a:p>
        </p:txBody>
      </p:sp>
      <p:sp>
        <p:nvSpPr>
          <p:cNvPr id="9" name="">
            <a:extLst xmlns:a="http://schemas.openxmlformats.org/drawingml/2006/main">
              <a:ext uri="{FF2B5EF4-FFF2-40B4-BE49-F238E27FC236}">
                <a16:creationId xmlns:a16="http://schemas.microsoft.com/office/drawing/2014/main" id="{CF42F678-9F00-41DC-B989-C3D6D4C185D5}"/>
              </a:ext>
            </a:extLst>
          </p:cNvPr>
          <p:cNvSpPr>
            <a:spLocks xmlns:a="http://schemas.openxmlformats.org/drawingml/2006/main" noGrp="1"/>
          </p:cNvSpPr>
          <p:nvPr/>
        </p:nvSpPr>
        <p:spPr>
          <a:xfrm xmlns:a="http://schemas.openxmlformats.org/drawingml/2006/main">
            <a:off x="723900" y="468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Mục tiêu: giảm phân loại thủ công, thống kê theo ngày.</a:t>
            </a:r>
          </a:p>
        </p:txBody>
      </p:sp>
    </p:spTree>
    <p:extLst>
      <p:ext uri="{BB962C8B-B14F-4D97-AF65-F5344CB8AC3E}">
        <p14:creationId xmlns:p14="http://schemas.microsoft.com/office/powerpoint/2010/main" val="382258091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FB7D05-0C4E-A77F-E26E-F3AF1D5B27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defPPr>
              <a:defRPr sz="4400" b="1">
                <a:solidFill>
                  <a:srgbClr val="00A65A"/>
                </a:solidFill>
              </a:defRPr>
            </a:defPPr>
            <a:lvl1pPr>
              <a:defRPr sz="4400" b="1">
                <a:solidFill>
                  <a:srgbClr val="00A65A"/>
                </a:solidFill>
              </a:defRPr>
            </a:lvl1pPr>
            <a:lvl2pPr>
              <a:defRPr sz="4400" b="1">
                <a:solidFill>
                  <a:srgbClr val="00A65A"/>
                </a:solidFill>
              </a:defRPr>
            </a:lvl2pPr>
            <a:lvl3pPr>
              <a:defRPr sz="4400" b="1">
                <a:solidFill>
                  <a:srgbClr val="00A65A"/>
                </a:solidFill>
              </a:defRPr>
            </a:lvl3pPr>
            <a:lvl4pPr>
              <a:defRPr sz="4400" b="1">
                <a:solidFill>
                  <a:srgbClr val="00A65A"/>
                </a:solidFill>
              </a:defRPr>
            </a:lvl4pPr>
            <a:lvl5pPr>
              <a:defRPr sz="4400" b="1">
                <a:solidFill>
                  <a:srgbClr val="00A65A"/>
                </a:solidFill>
              </a:defRPr>
            </a:lvl5pPr>
            <a:lvl6pPr>
              <a:defRPr sz="4400" b="1">
                <a:solidFill>
                  <a:srgbClr val="00A65A"/>
                </a:solidFill>
              </a:defRPr>
            </a:lvl6pPr>
            <a:lvl7pPr>
              <a:defRPr sz="4400" b="1">
                <a:solidFill>
                  <a:srgbClr val="00A65A"/>
                </a:solidFill>
              </a:defRPr>
            </a:lvl7pPr>
            <a:lvl8pPr>
              <a:defRPr sz="4400" b="1">
                <a:solidFill>
                  <a:srgbClr val="00A65A"/>
                </a:solidFill>
              </a:defRPr>
            </a:lvl8pPr>
            <a:lvl9pPr>
              <a:defRPr sz="4400" b="1">
                <a:solidFill>
                  <a:srgbClr val="00A65A"/>
                </a:solidFill>
              </a:defRPr>
            </a:lvl9pPr>
          </a:lstStyle>
          <a:p xmlns:a="http://schemas.openxmlformats.org/drawingml/2006/main">
            <a:pPr>
              <a:defRPr sz="4400" b="1">
                <a:solidFill>
                  <a:srgbClr val="00A65A"/>
                </a:solidFill>
              </a:defRPr>
            </a:pPr>
            <a:r>
              <a:rPr sz="4400" b="1">
                <a:solidFill>
                  <a:srgbClr val="00A65A"/>
                </a:solidFill>
              </a:rPr>
              <a:t>2. Các phần chính của hệ thống</a:t>
            </a:r>
          </a:p>
        </p:txBody>
      </p:sp>
      <p:sp>
        <p:nvSpPr>
          <p:cNvPr id="3" name="Content Placeholder 2">
            <a:extLst xmlns:a="http://schemas.openxmlformats.org/drawingml/2006/main">
              <a:ext uri="{FF2B5EF4-FFF2-40B4-BE49-F238E27FC236}">
                <a16:creationId xmlns:a16="http://schemas.microsoft.com/office/drawing/2014/main" id="{C184955D-FD4B-EB3E-53CC-9CD6B5478F2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
            </a:r>
          </a:p>
        </p:txBody>
      </p:sp>
      <p:sp>
        <p:nvSpPr>
          <p:cNvPr id="4" name="Footer Placeholder 3">
            <a:extLst xmlns:a="http://schemas.openxmlformats.org/drawingml/2006/main">
              <a:ext uri="{FF2B5EF4-FFF2-40B4-BE49-F238E27FC236}">
                <a16:creationId xmlns:a16="http://schemas.microsoft.com/office/drawing/2014/main" id="{015C65A7-EBE0-CFEF-DECA-4B82E533706E}"/>
              </a:ext>
            </a:extLst>
          </p:cNvPr>
          <p:cNvSpPr>
            <a:spLocks xmlns:a="http://schemas.openxmlformats.org/drawingml/2006/main" noGrp="1"/>
          </p:cNvSpPr>
          <p:nvPr>
            <p:ph type="ftr" idx="11"/>
          </p:nvPr>
        </p:nvSpPr>
        <p:spPr>
          <a:xfrm xmlns:a="http://schemas.openxmlformats.org/drawingml/2006/main">
            <a:off x="4233577" y="6356318"/>
            <a:ext cx="4114800" cy="365093"/>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5" name="Slide Number Placeholder 4">
            <a:extLst xmlns:a="http://schemas.openxmlformats.org/drawingml/2006/main">
              <a:ext uri="{FF2B5EF4-FFF2-40B4-BE49-F238E27FC236}">
                <a16:creationId xmlns:a16="http://schemas.microsoft.com/office/drawing/2014/main" id="{90FB323D-3E60-D198-26D8-C64C76E694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4</a:t>
            </a:fld>
            <a:endParaRPr/>
          </a:p>
        </p:txBody>
      </p:sp>
      <p:sp>
        <p:nvSpPr>
          <p:cNvPr id="6" name="">
            <a:extLst xmlns:a="http://schemas.openxmlformats.org/drawingml/2006/main">
              <a:ext uri="{FF2B5EF4-FFF2-40B4-BE49-F238E27FC236}">
                <a16:creationId xmlns:a16="http://schemas.microsoft.com/office/drawing/2014/main" id="{5E65BD27-4DAD-4493-914E-A88B0BE47360}"/>
              </a:ext>
            </a:extLst>
          </p:cNvPr>
          <p:cNvSpPr>
            <a:spLocks xmlns:a="http://schemas.openxmlformats.org/drawingml/2006/main" noGrp="1"/>
          </p:cNvSpPr>
          <p:nvPr/>
        </p:nvSpPr>
        <p:spPr>
          <a:xfrm xmlns:a="http://schemas.openxmlformats.org/drawingml/2006/main">
            <a:off x="723900" y="2171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Raspberry Pi 5: xử lý ảnh bằng mô hình YOLOv26.</a:t>
            </a:r>
          </a:p>
        </p:txBody>
      </p:sp>
      <p:sp>
        <p:nvSpPr>
          <p:cNvPr id="7" name="">
            <a:extLst xmlns:a="http://schemas.openxmlformats.org/drawingml/2006/main">
              <a:ext uri="{FF2B5EF4-FFF2-40B4-BE49-F238E27FC236}">
                <a16:creationId xmlns:a16="http://schemas.microsoft.com/office/drawing/2014/main" id="{F8D1F73D-4252-40A3-A19A-EA92968580D3}"/>
              </a:ext>
            </a:extLst>
          </p:cNvPr>
          <p:cNvSpPr>
            <a:spLocks xmlns:a="http://schemas.openxmlformats.org/drawingml/2006/main" noGrp="1"/>
          </p:cNvSpPr>
          <p:nvPr/>
        </p:nvSpPr>
        <p:spPr>
          <a:xfrm xmlns:a="http://schemas.openxmlformats.org/drawingml/2006/main">
            <a:off x="723900" y="3009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STM32: nhận kết quả từ Pi 5 qua UART và CP2102.</a:t>
            </a:r>
          </a:p>
        </p:txBody>
      </p:sp>
      <p:sp>
        <p:nvSpPr>
          <p:cNvPr id="8" name="">
            <a:extLst xmlns:a="http://schemas.openxmlformats.org/drawingml/2006/main">
              <a:ext uri="{FF2B5EF4-FFF2-40B4-BE49-F238E27FC236}">
                <a16:creationId xmlns:a16="http://schemas.microsoft.com/office/drawing/2014/main" id="{970B36AE-3045-466B-B7FE-DF2CF032307A}"/>
              </a:ext>
            </a:extLst>
          </p:cNvPr>
          <p:cNvSpPr>
            <a:spLocks xmlns:a="http://schemas.openxmlformats.org/drawingml/2006/main" noGrp="1"/>
          </p:cNvSpPr>
          <p:nvPr/>
        </p:nvSpPr>
        <p:spPr>
          <a:xfrm xmlns:a="http://schemas.openxmlformats.org/drawingml/2006/main">
            <a:off x="723900" y="38481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2 cảm biến E3F-DS30C4 và 2 servo MG90S: gạt đúng vị trí.</a:t>
            </a:r>
          </a:p>
        </p:txBody>
      </p:sp>
      <p:sp>
        <p:nvSpPr>
          <p:cNvPr id="9" name="">
            <a:extLst xmlns:a="http://schemas.openxmlformats.org/drawingml/2006/main">
              <a:ext uri="{FF2B5EF4-FFF2-40B4-BE49-F238E27FC236}">
                <a16:creationId xmlns:a16="http://schemas.microsoft.com/office/drawing/2014/main" id="{ACB512D5-0835-44BB-BB35-B67AE32CC8FD}"/>
              </a:ext>
            </a:extLst>
          </p:cNvPr>
          <p:cNvSpPr>
            <a:spLocks xmlns:a="http://schemas.openxmlformats.org/drawingml/2006/main" noGrp="1"/>
          </p:cNvSpPr>
          <p:nvPr/>
        </p:nvSpPr>
        <p:spPr>
          <a:xfrm xmlns:a="http://schemas.openxmlformats.org/drawingml/2006/main">
            <a:off x="723900" y="468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BTS7960 điều khiển động cơ băng tải JGB37 545.</a:t>
            </a:r>
          </a:p>
        </p:txBody>
      </p:sp>
    </p:spTree>
    <p:extLst>
      <p:ext uri="{BB962C8B-B14F-4D97-AF65-F5344CB8AC3E}">
        <p14:creationId xmlns:p14="http://schemas.microsoft.com/office/powerpoint/2010/main" val="382258091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FB7D05-0C4E-A77F-E26E-F3AF1D5B27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defPPr>
              <a:defRPr sz="4400" b="1">
                <a:solidFill>
                  <a:srgbClr val="00A65A"/>
                </a:solidFill>
              </a:defRPr>
            </a:defPPr>
            <a:lvl1pPr>
              <a:defRPr sz="4400" b="1">
                <a:solidFill>
                  <a:srgbClr val="00A65A"/>
                </a:solidFill>
              </a:defRPr>
            </a:lvl1pPr>
            <a:lvl2pPr>
              <a:defRPr sz="4400" b="1">
                <a:solidFill>
                  <a:srgbClr val="00A65A"/>
                </a:solidFill>
              </a:defRPr>
            </a:lvl2pPr>
            <a:lvl3pPr>
              <a:defRPr sz="4400" b="1">
                <a:solidFill>
                  <a:srgbClr val="00A65A"/>
                </a:solidFill>
              </a:defRPr>
            </a:lvl3pPr>
            <a:lvl4pPr>
              <a:defRPr sz="4400" b="1">
                <a:solidFill>
                  <a:srgbClr val="00A65A"/>
                </a:solidFill>
              </a:defRPr>
            </a:lvl4pPr>
            <a:lvl5pPr>
              <a:defRPr sz="4400" b="1">
                <a:solidFill>
                  <a:srgbClr val="00A65A"/>
                </a:solidFill>
              </a:defRPr>
            </a:lvl5pPr>
            <a:lvl6pPr>
              <a:defRPr sz="4400" b="1">
                <a:solidFill>
                  <a:srgbClr val="00A65A"/>
                </a:solidFill>
              </a:defRPr>
            </a:lvl6pPr>
            <a:lvl7pPr>
              <a:defRPr sz="4400" b="1">
                <a:solidFill>
                  <a:srgbClr val="00A65A"/>
                </a:solidFill>
              </a:defRPr>
            </a:lvl7pPr>
            <a:lvl8pPr>
              <a:defRPr sz="4400" b="1">
                <a:solidFill>
                  <a:srgbClr val="00A65A"/>
                </a:solidFill>
              </a:defRPr>
            </a:lvl8pPr>
            <a:lvl9pPr>
              <a:defRPr sz="4400" b="1">
                <a:solidFill>
                  <a:srgbClr val="00A65A"/>
                </a:solidFill>
              </a:defRPr>
            </a:lvl9pPr>
          </a:lstStyle>
          <a:p xmlns:a="http://schemas.openxmlformats.org/drawingml/2006/main">
            <a:pPr>
              <a:defRPr sz="4400" b="1">
                <a:solidFill>
                  <a:srgbClr val="00A65A"/>
                </a:solidFill>
              </a:defRPr>
            </a:pPr>
            <a:r>
              <a:rPr sz="4400" b="1">
                <a:solidFill>
                  <a:srgbClr val="00A65A"/>
                </a:solidFill>
              </a:rPr>
              <a:t>3. Cách hệ thống hoạt động</a:t>
            </a:r>
          </a:p>
        </p:txBody>
      </p:sp>
      <p:sp>
        <p:nvSpPr>
          <p:cNvPr id="3" name="Content Placeholder 2">
            <a:extLst xmlns:a="http://schemas.openxmlformats.org/drawingml/2006/main">
              <a:ext uri="{FF2B5EF4-FFF2-40B4-BE49-F238E27FC236}">
                <a16:creationId xmlns:a16="http://schemas.microsoft.com/office/drawing/2014/main" id="{C184955D-FD4B-EB3E-53CC-9CD6B5478F2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
            </a:r>
          </a:p>
        </p:txBody>
      </p:sp>
      <p:sp>
        <p:nvSpPr>
          <p:cNvPr id="4" name="Footer Placeholder 3">
            <a:extLst xmlns:a="http://schemas.openxmlformats.org/drawingml/2006/main">
              <a:ext uri="{FF2B5EF4-FFF2-40B4-BE49-F238E27FC236}">
                <a16:creationId xmlns:a16="http://schemas.microsoft.com/office/drawing/2014/main" id="{015C65A7-EBE0-CFEF-DECA-4B82E533706E}"/>
              </a:ext>
            </a:extLst>
          </p:cNvPr>
          <p:cNvSpPr>
            <a:spLocks xmlns:a="http://schemas.openxmlformats.org/drawingml/2006/main" noGrp="1"/>
          </p:cNvSpPr>
          <p:nvPr>
            <p:ph type="ftr" idx="11"/>
          </p:nvPr>
        </p:nvSpPr>
        <p:spPr>
          <a:xfrm xmlns:a="http://schemas.openxmlformats.org/drawingml/2006/main">
            <a:off x="4233577" y="6356318"/>
            <a:ext cx="4114800" cy="365093"/>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5" name="Slide Number Placeholder 4">
            <a:extLst xmlns:a="http://schemas.openxmlformats.org/drawingml/2006/main">
              <a:ext uri="{FF2B5EF4-FFF2-40B4-BE49-F238E27FC236}">
                <a16:creationId xmlns:a16="http://schemas.microsoft.com/office/drawing/2014/main" id="{90FB323D-3E60-D198-26D8-C64C76E694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4</a:t>
            </a:fld>
            <a:endParaRPr/>
          </a:p>
        </p:txBody>
      </p:sp>
      <p:sp>
        <p:nvSpPr>
          <p:cNvPr id="6" name="">
            <a:extLst xmlns:a="http://schemas.openxmlformats.org/drawingml/2006/main">
              <a:ext uri="{FF2B5EF4-FFF2-40B4-BE49-F238E27FC236}">
                <a16:creationId xmlns:a16="http://schemas.microsoft.com/office/drawing/2014/main" id="{9307478A-3A89-44E8-B0CA-FB600EDCDEE2}"/>
              </a:ext>
            </a:extLst>
          </p:cNvPr>
          <p:cNvSpPr>
            <a:spLocks xmlns:a="http://schemas.openxmlformats.org/drawingml/2006/main" noGrp="1"/>
          </p:cNvSpPr>
          <p:nvPr/>
        </p:nvSpPr>
        <p:spPr>
          <a:xfrm xmlns:a="http://schemas.openxmlformats.org/drawingml/2006/main">
            <a:off x="723900" y="2171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1. Camera ghi hình quả tắc trên băng tải.</a:t>
            </a:r>
          </a:p>
        </p:txBody>
      </p:sp>
      <p:sp>
        <p:nvSpPr>
          <p:cNvPr id="7" name="">
            <a:extLst xmlns:a="http://schemas.openxmlformats.org/drawingml/2006/main">
              <a:ext uri="{FF2B5EF4-FFF2-40B4-BE49-F238E27FC236}">
                <a16:creationId xmlns:a16="http://schemas.microsoft.com/office/drawing/2014/main" id="{02B3C600-41A4-4390-8AF8-7EC7F9B234C4}"/>
              </a:ext>
            </a:extLst>
          </p:cNvPr>
          <p:cNvSpPr>
            <a:spLocks xmlns:a="http://schemas.openxmlformats.org/drawingml/2006/main" noGrp="1"/>
          </p:cNvSpPr>
          <p:nvPr/>
        </p:nvSpPr>
        <p:spPr>
          <a:xfrm xmlns:a="http://schemas.openxmlformats.org/drawingml/2006/main">
            <a:off x="723900" y="3009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2. Pi 5 phân loại khi quả đi đến vùng gửi kết quả.</a:t>
            </a:r>
          </a:p>
        </p:txBody>
      </p:sp>
      <p:sp>
        <p:nvSpPr>
          <p:cNvPr id="8" name="">
            <a:extLst xmlns:a="http://schemas.openxmlformats.org/drawingml/2006/main">
              <a:ext uri="{FF2B5EF4-FFF2-40B4-BE49-F238E27FC236}">
                <a16:creationId xmlns:a16="http://schemas.microsoft.com/office/drawing/2014/main" id="{9C3A481F-E151-4D45-B072-C33C88E98684}"/>
              </a:ext>
            </a:extLst>
          </p:cNvPr>
          <p:cNvSpPr>
            <a:spLocks xmlns:a="http://schemas.openxmlformats.org/drawingml/2006/main" noGrp="1"/>
          </p:cNvSpPr>
          <p:nvPr/>
        </p:nvSpPr>
        <p:spPr>
          <a:xfrm xmlns:a="http://schemas.openxmlformats.org/drawingml/2006/main">
            <a:off x="723900" y="38481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3. STM32 nhận lệnh, chờ cảm biến báo quả đến vị trí gạt.</a:t>
            </a:r>
          </a:p>
        </p:txBody>
      </p:sp>
      <p:sp>
        <p:nvSpPr>
          <p:cNvPr id="9" name="">
            <a:extLst xmlns:a="http://schemas.openxmlformats.org/drawingml/2006/main">
              <a:ext uri="{FF2B5EF4-FFF2-40B4-BE49-F238E27FC236}">
                <a16:creationId xmlns:a16="http://schemas.microsoft.com/office/drawing/2014/main" id="{1C5EC56A-FF13-4FA9-87D6-63CBC1E08B34}"/>
              </a:ext>
            </a:extLst>
          </p:cNvPr>
          <p:cNvSpPr>
            <a:spLocks xmlns:a="http://schemas.openxmlformats.org/drawingml/2006/main" noGrp="1"/>
          </p:cNvSpPr>
          <p:nvPr/>
        </p:nvSpPr>
        <p:spPr>
          <a:xfrm xmlns:a="http://schemas.openxmlformats.org/drawingml/2006/main">
            <a:off x="723900" y="468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4. Quả đạt chuẩn đi thẳng. Quả cần tách được servo gạt.</a:t>
            </a:r>
          </a:p>
        </p:txBody>
      </p:sp>
    </p:spTree>
    <p:extLst>
      <p:ext uri="{BB962C8B-B14F-4D97-AF65-F5344CB8AC3E}">
        <p14:creationId xmlns:p14="http://schemas.microsoft.com/office/powerpoint/2010/main" val="382258091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FB7D05-0C4E-A77F-E26E-F3AF1D5B27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defPPr>
              <a:defRPr sz="4400" b="1">
                <a:solidFill>
                  <a:srgbClr val="00A65A"/>
                </a:solidFill>
              </a:defRPr>
            </a:defPPr>
            <a:lvl1pPr>
              <a:defRPr sz="4400" b="1">
                <a:solidFill>
                  <a:srgbClr val="00A65A"/>
                </a:solidFill>
              </a:defRPr>
            </a:lvl1pPr>
            <a:lvl2pPr>
              <a:defRPr sz="4400" b="1">
                <a:solidFill>
                  <a:srgbClr val="00A65A"/>
                </a:solidFill>
              </a:defRPr>
            </a:lvl2pPr>
            <a:lvl3pPr>
              <a:defRPr sz="4400" b="1">
                <a:solidFill>
                  <a:srgbClr val="00A65A"/>
                </a:solidFill>
              </a:defRPr>
            </a:lvl3pPr>
            <a:lvl4pPr>
              <a:defRPr sz="4400" b="1">
                <a:solidFill>
                  <a:srgbClr val="00A65A"/>
                </a:solidFill>
              </a:defRPr>
            </a:lvl4pPr>
            <a:lvl5pPr>
              <a:defRPr sz="4400" b="1">
                <a:solidFill>
                  <a:srgbClr val="00A65A"/>
                </a:solidFill>
              </a:defRPr>
            </a:lvl5pPr>
            <a:lvl6pPr>
              <a:defRPr sz="4400" b="1">
                <a:solidFill>
                  <a:srgbClr val="00A65A"/>
                </a:solidFill>
              </a:defRPr>
            </a:lvl6pPr>
            <a:lvl7pPr>
              <a:defRPr sz="4400" b="1">
                <a:solidFill>
                  <a:srgbClr val="00A65A"/>
                </a:solidFill>
              </a:defRPr>
            </a:lvl7pPr>
            <a:lvl8pPr>
              <a:defRPr sz="4400" b="1">
                <a:solidFill>
                  <a:srgbClr val="00A65A"/>
                </a:solidFill>
              </a:defRPr>
            </a:lvl8pPr>
            <a:lvl9pPr>
              <a:defRPr sz="4400" b="1">
                <a:solidFill>
                  <a:srgbClr val="00A65A"/>
                </a:solidFill>
              </a:defRPr>
            </a:lvl9pPr>
          </a:lstStyle>
          <a:p xmlns:a="http://schemas.openxmlformats.org/drawingml/2006/main">
            <a:pPr>
              <a:defRPr sz="4400" b="1">
                <a:solidFill>
                  <a:srgbClr val="00A65A"/>
                </a:solidFill>
              </a:defRPr>
            </a:pPr>
            <a:r>
              <a:rPr sz="4400" b="1">
                <a:solidFill>
                  <a:srgbClr val="00A65A"/>
                </a:solidFill>
              </a:rPr>
              <a:t>4. Tiến độ hiện tại</a:t>
            </a:r>
          </a:p>
        </p:txBody>
      </p:sp>
      <p:sp>
        <p:nvSpPr>
          <p:cNvPr id="3" name="Content Placeholder 2">
            <a:extLst xmlns:a="http://schemas.openxmlformats.org/drawingml/2006/main">
              <a:ext uri="{FF2B5EF4-FFF2-40B4-BE49-F238E27FC236}">
                <a16:creationId xmlns:a16="http://schemas.microsoft.com/office/drawing/2014/main" id="{C184955D-FD4B-EB3E-53CC-9CD6B5478F2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
            </a:r>
          </a:p>
        </p:txBody>
      </p:sp>
      <p:sp>
        <p:nvSpPr>
          <p:cNvPr id="4" name="Footer Placeholder 3">
            <a:extLst xmlns:a="http://schemas.openxmlformats.org/drawingml/2006/main">
              <a:ext uri="{FF2B5EF4-FFF2-40B4-BE49-F238E27FC236}">
                <a16:creationId xmlns:a16="http://schemas.microsoft.com/office/drawing/2014/main" id="{015C65A7-EBE0-CFEF-DECA-4B82E533706E}"/>
              </a:ext>
            </a:extLst>
          </p:cNvPr>
          <p:cNvSpPr>
            <a:spLocks xmlns:a="http://schemas.openxmlformats.org/drawingml/2006/main" noGrp="1"/>
          </p:cNvSpPr>
          <p:nvPr>
            <p:ph type="ftr" idx="11"/>
          </p:nvPr>
        </p:nvSpPr>
        <p:spPr>
          <a:xfrm xmlns:a="http://schemas.openxmlformats.org/drawingml/2006/main">
            <a:off x="4233577" y="6356318"/>
            <a:ext cx="4114800" cy="365093"/>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5" name="Slide Number Placeholder 4">
            <a:extLst xmlns:a="http://schemas.openxmlformats.org/drawingml/2006/main">
              <a:ext uri="{FF2B5EF4-FFF2-40B4-BE49-F238E27FC236}">
                <a16:creationId xmlns:a16="http://schemas.microsoft.com/office/drawing/2014/main" id="{90FB323D-3E60-D198-26D8-C64C76E694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4</a:t>
            </a:fld>
            <a:endParaRPr/>
          </a:p>
        </p:txBody>
      </p:sp>
      <p:sp>
        <p:nvSpPr>
          <p:cNvPr id="6" name="">
            <a:extLst xmlns:a="http://schemas.openxmlformats.org/drawingml/2006/main">
              <a:ext uri="{FF2B5EF4-FFF2-40B4-BE49-F238E27FC236}">
                <a16:creationId xmlns:a16="http://schemas.microsoft.com/office/drawing/2014/main" id="{90262C9D-2EBB-4819-B9F9-FFC10F919DF9}"/>
              </a:ext>
            </a:extLst>
          </p:cNvPr>
          <p:cNvSpPr>
            <a:spLocks xmlns:a="http://schemas.openxmlformats.org/drawingml/2006/main" noGrp="1"/>
          </p:cNvSpPr>
          <p:nvPr/>
        </p:nvSpPr>
        <p:spPr>
          <a:xfrm xmlns:a="http://schemas.openxmlformats.org/drawingml/2006/main">
            <a:off x="723900" y="2171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Đang thực hiện: thu thập và bổ sung ảnh quả tắc.</a:t>
            </a:r>
          </a:p>
        </p:txBody>
      </p:sp>
      <p:sp>
        <p:nvSpPr>
          <p:cNvPr id="7" name="">
            <a:extLst xmlns:a="http://schemas.openxmlformats.org/drawingml/2006/main">
              <a:ext uri="{FF2B5EF4-FFF2-40B4-BE49-F238E27FC236}">
                <a16:creationId xmlns:a16="http://schemas.microsoft.com/office/drawing/2014/main" id="{AE3E7D57-4090-4C18-A23D-565AD3FAC3D3}"/>
              </a:ext>
            </a:extLst>
          </p:cNvPr>
          <p:cNvSpPr>
            <a:spLocks xmlns:a="http://schemas.openxmlformats.org/drawingml/2006/main" noGrp="1"/>
          </p:cNvSpPr>
          <p:nvPr/>
        </p:nvSpPr>
        <p:spPr>
          <a:xfrm xmlns:a="http://schemas.openxmlformats.org/drawingml/2006/main">
            <a:off x="723900" y="3009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Đã hoàn thành: fine-tune mô hình từ YOLOv26.</a:t>
            </a:r>
          </a:p>
        </p:txBody>
      </p:sp>
      <p:sp>
        <p:nvSpPr>
          <p:cNvPr id="8" name="">
            <a:extLst xmlns:a="http://schemas.openxmlformats.org/drawingml/2006/main">
              <a:ext uri="{FF2B5EF4-FFF2-40B4-BE49-F238E27FC236}">
                <a16:creationId xmlns:a16="http://schemas.microsoft.com/office/drawing/2014/main" id="{8CB7CB23-9E46-40FB-BD59-D5E57F1B96A5}"/>
              </a:ext>
            </a:extLst>
          </p:cNvPr>
          <p:cNvSpPr>
            <a:spLocks xmlns:a="http://schemas.openxmlformats.org/drawingml/2006/main" noGrp="1"/>
          </p:cNvSpPr>
          <p:nvPr/>
        </p:nvSpPr>
        <p:spPr>
          <a:xfrm xmlns:a="http://schemas.openxmlformats.org/drawingml/2006/main">
            <a:off x="723900" y="38481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Đã có ảnh dự đoán thử với nhãn green và damaged.</a:t>
            </a:r>
          </a:p>
        </p:txBody>
      </p:sp>
      <p:sp>
        <p:nvSpPr>
          <p:cNvPr id="9" name="">
            <a:extLst xmlns:a="http://schemas.openxmlformats.org/drawingml/2006/main">
              <a:ext uri="{FF2B5EF4-FFF2-40B4-BE49-F238E27FC236}">
                <a16:creationId xmlns:a16="http://schemas.microsoft.com/office/drawing/2014/main" id="{5ECFE030-5921-49A0-B5D9-A5C51E6A9C4F}"/>
              </a:ext>
            </a:extLst>
          </p:cNvPr>
          <p:cNvSpPr>
            <a:spLocks xmlns:a="http://schemas.openxmlformats.org/drawingml/2006/main" noGrp="1"/>
          </p:cNvSpPr>
          <p:nvPr/>
        </p:nvSpPr>
        <p:spPr>
          <a:xfrm xmlns:a="http://schemas.openxmlformats.org/drawingml/2006/main">
            <a:off x="723900" y="468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Bước tiếp theo: đánh giá mô hình và tích hợp hệ thống.</a:t>
            </a:r>
          </a:p>
        </p:txBody>
      </p:sp>
    </p:spTree>
    <p:extLst>
      <p:ext uri="{BB962C8B-B14F-4D97-AF65-F5344CB8AC3E}">
        <p14:creationId xmlns:p14="http://schemas.microsoft.com/office/powerpoint/2010/main" val="382258091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FB7D05-0C4E-A77F-E26E-F3AF1D5B27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defPPr>
              <a:defRPr sz="4400" b="1">
                <a:solidFill>
                  <a:srgbClr val="00A65A"/>
                </a:solidFill>
              </a:defRPr>
            </a:defPPr>
            <a:lvl1pPr>
              <a:defRPr sz="4400" b="1">
                <a:solidFill>
                  <a:srgbClr val="00A65A"/>
                </a:solidFill>
              </a:defRPr>
            </a:lvl1pPr>
            <a:lvl2pPr>
              <a:defRPr sz="4400" b="1">
                <a:solidFill>
                  <a:srgbClr val="00A65A"/>
                </a:solidFill>
              </a:defRPr>
            </a:lvl2pPr>
            <a:lvl3pPr>
              <a:defRPr sz="4400" b="1">
                <a:solidFill>
                  <a:srgbClr val="00A65A"/>
                </a:solidFill>
              </a:defRPr>
            </a:lvl3pPr>
            <a:lvl4pPr>
              <a:defRPr sz="4400" b="1">
                <a:solidFill>
                  <a:srgbClr val="00A65A"/>
                </a:solidFill>
              </a:defRPr>
            </a:lvl4pPr>
            <a:lvl5pPr>
              <a:defRPr sz="4400" b="1">
                <a:solidFill>
                  <a:srgbClr val="00A65A"/>
                </a:solidFill>
              </a:defRPr>
            </a:lvl5pPr>
            <a:lvl6pPr>
              <a:defRPr sz="4400" b="1">
                <a:solidFill>
                  <a:srgbClr val="00A65A"/>
                </a:solidFill>
              </a:defRPr>
            </a:lvl6pPr>
            <a:lvl7pPr>
              <a:defRPr sz="4400" b="1">
                <a:solidFill>
                  <a:srgbClr val="00A65A"/>
                </a:solidFill>
              </a:defRPr>
            </a:lvl7pPr>
            <a:lvl8pPr>
              <a:defRPr sz="4400" b="1">
                <a:solidFill>
                  <a:srgbClr val="00A65A"/>
                </a:solidFill>
              </a:defRPr>
            </a:lvl8pPr>
            <a:lvl9pPr>
              <a:defRPr sz="4400" b="1">
                <a:solidFill>
                  <a:srgbClr val="00A65A"/>
                </a:solidFill>
              </a:defRPr>
            </a:lvl9pPr>
          </a:lstStyle>
          <a:p xmlns:a="http://schemas.openxmlformats.org/drawingml/2006/main">
            <a:pPr>
              <a:defRPr sz="4400" b="1">
                <a:solidFill>
                  <a:srgbClr val="00A65A"/>
                </a:solidFill>
              </a:defRPr>
            </a:pPr>
            <a:r>
              <a:rPr sz="4400" b="1">
                <a:solidFill>
                  <a:srgbClr val="00A65A"/>
                </a:solidFill>
              </a:rPr>
              <a:t>5. Công việc với dữ liệu</a:t>
            </a:r>
          </a:p>
        </p:txBody>
      </p:sp>
      <p:sp>
        <p:nvSpPr>
          <p:cNvPr id="3" name="Content Placeholder 2">
            <a:extLst xmlns:a="http://schemas.openxmlformats.org/drawingml/2006/main">
              <a:ext uri="{FF2B5EF4-FFF2-40B4-BE49-F238E27FC236}">
                <a16:creationId xmlns:a16="http://schemas.microsoft.com/office/drawing/2014/main" id="{C184955D-FD4B-EB3E-53CC-9CD6B5478F2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
            </a:r>
          </a:p>
        </p:txBody>
      </p:sp>
      <p:sp>
        <p:nvSpPr>
          <p:cNvPr id="4" name="Footer Placeholder 3">
            <a:extLst xmlns:a="http://schemas.openxmlformats.org/drawingml/2006/main">
              <a:ext uri="{FF2B5EF4-FFF2-40B4-BE49-F238E27FC236}">
                <a16:creationId xmlns:a16="http://schemas.microsoft.com/office/drawing/2014/main" id="{015C65A7-EBE0-CFEF-DECA-4B82E533706E}"/>
              </a:ext>
            </a:extLst>
          </p:cNvPr>
          <p:cNvSpPr>
            <a:spLocks xmlns:a="http://schemas.openxmlformats.org/drawingml/2006/main" noGrp="1"/>
          </p:cNvSpPr>
          <p:nvPr>
            <p:ph type="ftr" idx="11"/>
          </p:nvPr>
        </p:nvSpPr>
        <p:spPr>
          <a:xfrm xmlns:a="http://schemas.openxmlformats.org/drawingml/2006/main">
            <a:off x="4233577" y="6356318"/>
            <a:ext cx="4114800" cy="365093"/>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5" name="Slide Number Placeholder 4">
            <a:extLst xmlns:a="http://schemas.openxmlformats.org/drawingml/2006/main">
              <a:ext uri="{FF2B5EF4-FFF2-40B4-BE49-F238E27FC236}">
                <a16:creationId xmlns:a16="http://schemas.microsoft.com/office/drawing/2014/main" id="{90FB323D-3E60-D198-26D8-C64C76E694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4</a:t>
            </a:fld>
            <a:endParaRPr/>
          </a:p>
        </p:txBody>
      </p:sp>
      <p:sp>
        <p:nvSpPr>
          <p:cNvPr id="6" name="">
            <a:extLst xmlns:a="http://schemas.openxmlformats.org/drawingml/2006/main">
              <a:ext uri="{FF2B5EF4-FFF2-40B4-BE49-F238E27FC236}">
                <a16:creationId xmlns:a16="http://schemas.microsoft.com/office/drawing/2014/main" id="{4A6924FF-26E7-49F6-A7CF-37D40AFD9EB5}"/>
              </a:ext>
            </a:extLst>
          </p:cNvPr>
          <p:cNvSpPr>
            <a:spLocks xmlns:a="http://schemas.openxmlformats.org/drawingml/2006/main" noGrp="1"/>
          </p:cNvSpPr>
          <p:nvPr/>
        </p:nvSpPr>
        <p:spPr>
          <a:xfrm xmlns:a="http://schemas.openxmlformats.org/drawingml/2006/main">
            <a:off x="723900" y="2171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Tiếp tục thu ảnh cho đủ 3 nhóm: sống, chín và hư.</a:t>
            </a:r>
          </a:p>
        </p:txBody>
      </p:sp>
      <p:sp>
        <p:nvSpPr>
          <p:cNvPr id="7" name="">
            <a:extLst xmlns:a="http://schemas.openxmlformats.org/drawingml/2006/main">
              <a:ext uri="{FF2B5EF4-FFF2-40B4-BE49-F238E27FC236}">
                <a16:creationId xmlns:a16="http://schemas.microsoft.com/office/drawing/2014/main" id="{CF21BD5C-32D3-44B7-9168-7E3B69542921}"/>
              </a:ext>
            </a:extLst>
          </p:cNvPr>
          <p:cNvSpPr>
            <a:spLocks xmlns:a="http://schemas.openxmlformats.org/drawingml/2006/main" noGrp="1"/>
          </p:cNvSpPr>
          <p:nvPr/>
        </p:nvSpPr>
        <p:spPr>
          <a:xfrm xmlns:a="http://schemas.openxmlformats.org/drawingml/2006/main">
            <a:off x="723900" y="3009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Bổ sung ảnh ở nhiều góc nhìn và điều kiện ánh sáng.</a:t>
            </a:r>
          </a:p>
        </p:txBody>
      </p:sp>
      <p:sp>
        <p:nvSpPr>
          <p:cNvPr id="8" name="">
            <a:extLst xmlns:a="http://schemas.openxmlformats.org/drawingml/2006/main">
              <a:ext uri="{FF2B5EF4-FFF2-40B4-BE49-F238E27FC236}">
                <a16:creationId xmlns:a16="http://schemas.microsoft.com/office/drawing/2014/main" id="{4458FE16-1255-4112-83A4-135BE3C4E093}"/>
              </a:ext>
            </a:extLst>
          </p:cNvPr>
          <p:cNvSpPr>
            <a:spLocks xmlns:a="http://schemas.openxmlformats.org/drawingml/2006/main" noGrp="1"/>
          </p:cNvSpPr>
          <p:nvPr/>
        </p:nvSpPr>
        <p:spPr>
          <a:xfrm xmlns:a="http://schemas.openxmlformats.org/drawingml/2006/main">
            <a:off x="723900" y="38481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Rà soát nhãn, tách ảnh huấn luyện và ảnh kiểm tra.</a:t>
            </a:r>
          </a:p>
        </p:txBody>
      </p:sp>
      <p:sp>
        <p:nvSpPr>
          <p:cNvPr id="9" name="">
            <a:extLst xmlns:a="http://schemas.openxmlformats.org/drawingml/2006/main">
              <a:ext uri="{FF2B5EF4-FFF2-40B4-BE49-F238E27FC236}">
                <a16:creationId xmlns:a16="http://schemas.microsoft.com/office/drawing/2014/main" id="{F19C98B2-E089-4826-AA23-A43011F8899F}"/>
              </a:ext>
            </a:extLst>
          </p:cNvPr>
          <p:cNvSpPr>
            <a:spLocks xmlns:a="http://schemas.openxmlformats.org/drawingml/2006/main" noGrp="1"/>
          </p:cNvSpPr>
          <p:nvPr/>
        </p:nvSpPr>
        <p:spPr>
          <a:xfrm xmlns:a="http://schemas.openxmlformats.org/drawingml/2006/main">
            <a:off x="723900" y="468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Theo dõi trường hợp nhầm giữa tắc chín và tắc hư.</a:t>
            </a:r>
          </a:p>
        </p:txBody>
      </p:sp>
    </p:spTree>
    <p:extLst>
      <p:ext uri="{BB962C8B-B14F-4D97-AF65-F5344CB8AC3E}">
        <p14:creationId xmlns:p14="http://schemas.microsoft.com/office/powerpoint/2010/main" val="382258091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FB7D05-0C4E-A77F-E26E-F3AF1D5B27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defPPr>
              <a:defRPr sz="4400" b="1">
                <a:solidFill>
                  <a:srgbClr val="00A65A"/>
                </a:solidFill>
              </a:defRPr>
            </a:defPPr>
            <a:lvl1pPr>
              <a:defRPr sz="4400" b="1">
                <a:solidFill>
                  <a:srgbClr val="00A65A"/>
                </a:solidFill>
              </a:defRPr>
            </a:lvl1pPr>
            <a:lvl2pPr>
              <a:defRPr sz="4400" b="1">
                <a:solidFill>
                  <a:srgbClr val="00A65A"/>
                </a:solidFill>
              </a:defRPr>
            </a:lvl2pPr>
            <a:lvl3pPr>
              <a:defRPr sz="4400" b="1">
                <a:solidFill>
                  <a:srgbClr val="00A65A"/>
                </a:solidFill>
              </a:defRPr>
            </a:lvl3pPr>
            <a:lvl4pPr>
              <a:defRPr sz="4400" b="1">
                <a:solidFill>
                  <a:srgbClr val="00A65A"/>
                </a:solidFill>
              </a:defRPr>
            </a:lvl4pPr>
            <a:lvl5pPr>
              <a:defRPr sz="4400" b="1">
                <a:solidFill>
                  <a:srgbClr val="00A65A"/>
                </a:solidFill>
              </a:defRPr>
            </a:lvl5pPr>
            <a:lvl6pPr>
              <a:defRPr sz="4400" b="1">
                <a:solidFill>
                  <a:srgbClr val="00A65A"/>
                </a:solidFill>
              </a:defRPr>
            </a:lvl6pPr>
            <a:lvl7pPr>
              <a:defRPr sz="4400" b="1">
                <a:solidFill>
                  <a:srgbClr val="00A65A"/>
                </a:solidFill>
              </a:defRPr>
            </a:lvl7pPr>
            <a:lvl8pPr>
              <a:defRPr sz="4400" b="1">
                <a:solidFill>
                  <a:srgbClr val="00A65A"/>
                </a:solidFill>
              </a:defRPr>
            </a:lvl8pPr>
            <a:lvl9pPr>
              <a:defRPr sz="4400" b="1">
                <a:solidFill>
                  <a:srgbClr val="00A65A"/>
                </a:solidFill>
              </a:defRPr>
            </a:lvl9pPr>
          </a:lstStyle>
          <a:p xmlns:a="http://schemas.openxmlformats.org/drawingml/2006/main">
            <a:pPr>
              <a:defRPr sz="4400" b="1">
                <a:solidFill>
                  <a:srgbClr val="00A65A"/>
                </a:solidFill>
              </a:defRPr>
            </a:pPr>
            <a:r>
              <a:rPr sz="4400" b="1">
                <a:solidFill>
                  <a:srgbClr val="00A65A"/>
                </a:solidFill>
              </a:rPr>
              <a:t>6. Ví dụ nhận diện tắc sống</a:t>
            </a:r>
          </a:p>
        </p:txBody>
      </p:sp>
      <p:sp>
        <p:nvSpPr>
          <p:cNvPr id="3" name="Content Placeholder 2">
            <a:extLst xmlns:a="http://schemas.openxmlformats.org/drawingml/2006/main">
              <a:ext uri="{FF2B5EF4-FFF2-40B4-BE49-F238E27FC236}">
                <a16:creationId xmlns:a16="http://schemas.microsoft.com/office/drawing/2014/main" id="{C184955D-FD4B-EB3E-53CC-9CD6B5478F2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
            </a:r>
          </a:p>
        </p:txBody>
      </p:sp>
      <p:sp>
        <p:nvSpPr>
          <p:cNvPr id="4" name="Footer Placeholder 3">
            <a:extLst xmlns:a="http://schemas.openxmlformats.org/drawingml/2006/main">
              <a:ext uri="{FF2B5EF4-FFF2-40B4-BE49-F238E27FC236}">
                <a16:creationId xmlns:a16="http://schemas.microsoft.com/office/drawing/2014/main" id="{015C65A7-EBE0-CFEF-DECA-4B82E533706E}"/>
              </a:ext>
            </a:extLst>
          </p:cNvPr>
          <p:cNvSpPr>
            <a:spLocks xmlns:a="http://schemas.openxmlformats.org/drawingml/2006/main" noGrp="1"/>
          </p:cNvSpPr>
          <p:nvPr>
            <p:ph type="ftr" idx="11"/>
          </p:nvPr>
        </p:nvSpPr>
        <p:spPr>
          <a:xfrm xmlns:a="http://schemas.openxmlformats.org/drawingml/2006/main">
            <a:off x="4233577" y="6356318"/>
            <a:ext cx="4114800" cy="365093"/>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5" name="Slide Number Placeholder 4">
            <a:extLst xmlns:a="http://schemas.openxmlformats.org/drawingml/2006/main">
              <a:ext uri="{FF2B5EF4-FFF2-40B4-BE49-F238E27FC236}">
                <a16:creationId xmlns:a16="http://schemas.microsoft.com/office/drawing/2014/main" id="{90FB323D-3E60-D198-26D8-C64C76E694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4</a:t>
            </a:fld>
            <a:endParaRPr/>
          </a:p>
        </p:txBody>
      </p:sp>
      <p:pic>
        <p:nvPicPr>
          <p:cNvPr id="6" name="">
            <a:extLst xmlns:a="http://schemas.openxmlformats.org/drawingml/2006/main">
              <a:ext uri="{FF2B5EF4-FFF2-40B4-BE49-F238E27FC236}">
                <a16:creationId xmlns:a16="http://schemas.microsoft.com/office/drawing/2014/main" id="{023F4905-118C-49D7-A051-36CBF1DEB21C}"/>
              </a:ext>
            </a:extLst>
          </p:cNvPr>
          <p:cNvPicPr>
            <a:picLocks xmlns:a="http://schemas.openxmlformats.org/drawingml/2006/main" noChangeAspect="1"/>
          </p:cNvPicPr>
          <p:nvPr/>
        </p:nvPicPr>
        <p:blipFill>
          <a:blip xmlns:r="http://schemas.openxmlformats.org/officeDocument/2006/relationships" xmlns:a="http://schemas.openxmlformats.org/drawingml/2006/main" r:embed="R95a9172f090b457b"/>
          <a:stretch xmlns:a="http://schemas.openxmlformats.org/drawingml/2006/main"/>
        </p:blipFill>
        <p:spPr>
          <a:xfrm xmlns:a="http://schemas.openxmlformats.org/drawingml/2006/main">
            <a:off x="685800" y="2303905"/>
            <a:ext cx="3429000" cy="2364489"/>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370F8E3A-8194-44C2-9968-D28C45000E3C}"/>
              </a:ext>
            </a:extLst>
          </p:cNvPr>
          <p:cNvPicPr>
            <a:picLocks xmlns:a="http://schemas.openxmlformats.org/drawingml/2006/main" noChangeAspect="1"/>
          </p:cNvPicPr>
          <p:nvPr/>
        </p:nvPicPr>
        <p:blipFill>
          <a:blip xmlns:r="http://schemas.openxmlformats.org/officeDocument/2006/relationships" xmlns:a="http://schemas.openxmlformats.org/drawingml/2006/main" r:embed="Rcb0e782c7148462a"/>
          <a:stretch xmlns:a="http://schemas.openxmlformats.org/drawingml/2006/main"/>
        </p:blipFill>
        <p:spPr>
          <a:xfrm xmlns:a="http://schemas.openxmlformats.org/drawingml/2006/main">
            <a:off x="4381500" y="2213648"/>
            <a:ext cx="3429000" cy="254500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1F8AFDB7-4121-4270-B286-02027CA0F3BE}"/>
              </a:ext>
            </a:extLst>
          </p:cNvPr>
          <p:cNvPicPr>
            <a:picLocks xmlns:a="http://schemas.openxmlformats.org/drawingml/2006/main" noChangeAspect="1"/>
          </p:cNvPicPr>
          <p:nvPr/>
        </p:nvPicPr>
        <p:blipFill>
          <a:blip xmlns:r="http://schemas.openxmlformats.org/officeDocument/2006/relationships" xmlns:a="http://schemas.openxmlformats.org/drawingml/2006/main" r:embed="R62f6a6da05f84e99"/>
          <a:stretch xmlns:a="http://schemas.openxmlformats.org/drawingml/2006/main"/>
        </p:blipFill>
        <p:spPr>
          <a:xfrm xmlns:a="http://schemas.openxmlformats.org/drawingml/2006/main">
            <a:off x="8225051" y="2152650"/>
            <a:ext cx="3133299" cy="2667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49CFB48-688E-41B4-9904-D9E2D4865EEB}"/>
              </a:ext>
            </a:extLst>
          </p:cNvPr>
          <p:cNvSpPr>
            <a:spLocks xmlns:a="http://schemas.openxmlformats.org/drawingml/2006/main" noGrp="1"/>
          </p:cNvSpPr>
          <p:nvPr/>
        </p:nvSpPr>
        <p:spPr>
          <a:xfrm xmlns:a="http://schemas.openxmlformats.org/drawingml/2006/main">
            <a:off x="685800" y="493395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100" b="1">
                <a:solidFill>
                  <a:srgbClr val="008357"/>
                </a:solidFill>
              </a:defRPr>
            </a:defPPr>
            <a:lvl1pPr algn="ctr">
              <a:defRPr sz="2100" b="1">
                <a:solidFill>
                  <a:srgbClr val="008357"/>
                </a:solidFill>
              </a:defRPr>
            </a:lvl1pPr>
            <a:lvl2pPr algn="ctr">
              <a:defRPr sz="2100" b="1">
                <a:solidFill>
                  <a:srgbClr val="008357"/>
                </a:solidFill>
              </a:defRPr>
            </a:lvl2pPr>
            <a:lvl3pPr algn="ctr">
              <a:defRPr sz="2100" b="1">
                <a:solidFill>
                  <a:srgbClr val="008357"/>
                </a:solidFill>
              </a:defRPr>
            </a:lvl3pPr>
            <a:lvl4pPr algn="ctr">
              <a:defRPr sz="2100" b="1">
                <a:solidFill>
                  <a:srgbClr val="008357"/>
                </a:solidFill>
              </a:defRPr>
            </a:lvl4pPr>
            <a:lvl5pPr algn="ctr">
              <a:defRPr sz="2100" b="1">
                <a:solidFill>
                  <a:srgbClr val="008357"/>
                </a:solidFill>
              </a:defRPr>
            </a:lvl5pPr>
            <a:lvl6pPr algn="ctr">
              <a:defRPr sz="2100" b="1">
                <a:solidFill>
                  <a:srgbClr val="008357"/>
                </a:solidFill>
              </a:defRPr>
            </a:lvl6pPr>
            <a:lvl7pPr algn="ctr">
              <a:defRPr sz="2100" b="1">
                <a:solidFill>
                  <a:srgbClr val="008357"/>
                </a:solidFill>
              </a:defRPr>
            </a:lvl7pPr>
            <a:lvl8pPr algn="ctr">
              <a:defRPr sz="2100" b="1">
                <a:solidFill>
                  <a:srgbClr val="008357"/>
                </a:solidFill>
              </a:defRPr>
            </a:lvl8pPr>
            <a:lvl9pPr algn="ctr">
              <a:defRPr sz="2100" b="1">
                <a:solidFill>
                  <a:srgbClr val="008357"/>
                </a:solidFill>
              </a:defRPr>
            </a:lvl9pPr>
          </a:lstStyle>
          <a:p xmlns:a="http://schemas.openxmlformats.org/drawingml/2006/main">
            <a:pPr algn="ctr">
              <a:defRPr sz="2100" b="1">
                <a:solidFill>
                  <a:srgbClr val="008357"/>
                </a:solidFill>
              </a:defRPr>
            </a:pPr>
            <a:r>
              <a:rPr sz="2100" b="1">
                <a:solidFill>
                  <a:srgbClr val="008357"/>
                </a:solidFill>
              </a:rPr>
              <a:t>green 96%</a:t>
            </a:r>
          </a:p>
        </p:txBody>
      </p:sp>
      <p:sp>
        <p:nvSpPr>
          <p:cNvPr id="10" name="">
            <a:extLst xmlns:a="http://schemas.openxmlformats.org/drawingml/2006/main">
              <a:ext uri="{FF2B5EF4-FFF2-40B4-BE49-F238E27FC236}">
                <a16:creationId xmlns:a16="http://schemas.microsoft.com/office/drawing/2014/main" id="{12F2F39D-D331-4F4F-B056-9E4E48EF3478}"/>
              </a:ext>
            </a:extLst>
          </p:cNvPr>
          <p:cNvSpPr>
            <a:spLocks xmlns:a="http://schemas.openxmlformats.org/drawingml/2006/main" noGrp="1"/>
          </p:cNvSpPr>
          <p:nvPr/>
        </p:nvSpPr>
        <p:spPr>
          <a:xfrm xmlns:a="http://schemas.openxmlformats.org/drawingml/2006/main">
            <a:off x="4381500" y="493395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100" b="1">
                <a:solidFill>
                  <a:srgbClr val="008357"/>
                </a:solidFill>
              </a:defRPr>
            </a:defPPr>
            <a:lvl1pPr algn="ctr">
              <a:defRPr sz="2100" b="1">
                <a:solidFill>
                  <a:srgbClr val="008357"/>
                </a:solidFill>
              </a:defRPr>
            </a:lvl1pPr>
            <a:lvl2pPr algn="ctr">
              <a:defRPr sz="2100" b="1">
                <a:solidFill>
                  <a:srgbClr val="008357"/>
                </a:solidFill>
              </a:defRPr>
            </a:lvl2pPr>
            <a:lvl3pPr algn="ctr">
              <a:defRPr sz="2100" b="1">
                <a:solidFill>
                  <a:srgbClr val="008357"/>
                </a:solidFill>
              </a:defRPr>
            </a:lvl3pPr>
            <a:lvl4pPr algn="ctr">
              <a:defRPr sz="2100" b="1">
                <a:solidFill>
                  <a:srgbClr val="008357"/>
                </a:solidFill>
              </a:defRPr>
            </a:lvl4pPr>
            <a:lvl5pPr algn="ctr">
              <a:defRPr sz="2100" b="1">
                <a:solidFill>
                  <a:srgbClr val="008357"/>
                </a:solidFill>
              </a:defRPr>
            </a:lvl5pPr>
            <a:lvl6pPr algn="ctr">
              <a:defRPr sz="2100" b="1">
                <a:solidFill>
                  <a:srgbClr val="008357"/>
                </a:solidFill>
              </a:defRPr>
            </a:lvl6pPr>
            <a:lvl7pPr algn="ctr">
              <a:defRPr sz="2100" b="1">
                <a:solidFill>
                  <a:srgbClr val="008357"/>
                </a:solidFill>
              </a:defRPr>
            </a:lvl7pPr>
            <a:lvl8pPr algn="ctr">
              <a:defRPr sz="2100" b="1">
                <a:solidFill>
                  <a:srgbClr val="008357"/>
                </a:solidFill>
              </a:defRPr>
            </a:lvl8pPr>
            <a:lvl9pPr algn="ctr">
              <a:defRPr sz="2100" b="1">
                <a:solidFill>
                  <a:srgbClr val="008357"/>
                </a:solidFill>
              </a:defRPr>
            </a:lvl9pPr>
          </a:lstStyle>
          <a:p xmlns:a="http://schemas.openxmlformats.org/drawingml/2006/main">
            <a:pPr algn="ctr">
              <a:defRPr sz="2100" b="1">
                <a:solidFill>
                  <a:srgbClr val="008357"/>
                </a:solidFill>
              </a:defRPr>
            </a:pPr>
            <a:r>
              <a:rPr sz="2100" b="1">
                <a:solidFill>
                  <a:srgbClr val="008357"/>
                </a:solidFill>
              </a:rPr>
              <a:t>green 98%</a:t>
            </a:r>
          </a:p>
        </p:txBody>
      </p:sp>
      <p:sp>
        <p:nvSpPr>
          <p:cNvPr id="11" name="">
            <a:extLst xmlns:a="http://schemas.openxmlformats.org/drawingml/2006/main">
              <a:ext uri="{FF2B5EF4-FFF2-40B4-BE49-F238E27FC236}">
                <a16:creationId xmlns:a16="http://schemas.microsoft.com/office/drawing/2014/main" id="{4112534D-3717-4D4F-96E3-51C9F679BBBB}"/>
              </a:ext>
            </a:extLst>
          </p:cNvPr>
          <p:cNvSpPr>
            <a:spLocks xmlns:a="http://schemas.openxmlformats.org/drawingml/2006/main" noGrp="1"/>
          </p:cNvSpPr>
          <p:nvPr/>
        </p:nvSpPr>
        <p:spPr>
          <a:xfrm xmlns:a="http://schemas.openxmlformats.org/drawingml/2006/main">
            <a:off x="8077200" y="493395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100" b="1">
                <a:solidFill>
                  <a:srgbClr val="008357"/>
                </a:solidFill>
              </a:defRPr>
            </a:defPPr>
            <a:lvl1pPr algn="ctr">
              <a:defRPr sz="2100" b="1">
                <a:solidFill>
                  <a:srgbClr val="008357"/>
                </a:solidFill>
              </a:defRPr>
            </a:lvl1pPr>
            <a:lvl2pPr algn="ctr">
              <a:defRPr sz="2100" b="1">
                <a:solidFill>
                  <a:srgbClr val="008357"/>
                </a:solidFill>
              </a:defRPr>
            </a:lvl2pPr>
            <a:lvl3pPr algn="ctr">
              <a:defRPr sz="2100" b="1">
                <a:solidFill>
                  <a:srgbClr val="008357"/>
                </a:solidFill>
              </a:defRPr>
            </a:lvl3pPr>
            <a:lvl4pPr algn="ctr">
              <a:defRPr sz="2100" b="1">
                <a:solidFill>
                  <a:srgbClr val="008357"/>
                </a:solidFill>
              </a:defRPr>
            </a:lvl4pPr>
            <a:lvl5pPr algn="ctr">
              <a:defRPr sz="2100" b="1">
                <a:solidFill>
                  <a:srgbClr val="008357"/>
                </a:solidFill>
              </a:defRPr>
            </a:lvl5pPr>
            <a:lvl6pPr algn="ctr">
              <a:defRPr sz="2100" b="1">
                <a:solidFill>
                  <a:srgbClr val="008357"/>
                </a:solidFill>
              </a:defRPr>
            </a:lvl6pPr>
            <a:lvl7pPr algn="ctr">
              <a:defRPr sz="2100" b="1">
                <a:solidFill>
                  <a:srgbClr val="008357"/>
                </a:solidFill>
              </a:defRPr>
            </a:lvl7pPr>
            <a:lvl8pPr algn="ctr">
              <a:defRPr sz="2100" b="1">
                <a:solidFill>
                  <a:srgbClr val="008357"/>
                </a:solidFill>
              </a:defRPr>
            </a:lvl8pPr>
            <a:lvl9pPr algn="ctr">
              <a:defRPr sz="2100" b="1">
                <a:solidFill>
                  <a:srgbClr val="008357"/>
                </a:solidFill>
              </a:defRPr>
            </a:lvl9pPr>
          </a:lstStyle>
          <a:p xmlns:a="http://schemas.openxmlformats.org/drawingml/2006/main">
            <a:pPr algn="ctr">
              <a:defRPr sz="2100" b="1">
                <a:solidFill>
                  <a:srgbClr val="008357"/>
                </a:solidFill>
              </a:defRPr>
            </a:pPr>
            <a:r>
              <a:rPr sz="2100" b="1">
                <a:solidFill>
                  <a:srgbClr val="008357"/>
                </a:solidFill>
              </a:rPr>
              <a:t>green 90%</a:t>
            </a:r>
          </a:p>
        </p:txBody>
      </p:sp>
      <p:sp>
        <p:nvSpPr>
          <p:cNvPr id="12" name="">
            <a:extLst xmlns:a="http://schemas.openxmlformats.org/drawingml/2006/main">
              <a:ext uri="{FF2B5EF4-FFF2-40B4-BE49-F238E27FC236}">
                <a16:creationId xmlns:a16="http://schemas.microsoft.com/office/drawing/2014/main" id="{426C17E0-26D1-4A1F-9D02-0CEF2361242A}"/>
              </a:ext>
            </a:extLst>
          </p:cNvPr>
          <p:cNvSpPr>
            <a:spLocks xmlns:a="http://schemas.openxmlformats.org/drawingml/2006/main" noGrp="1"/>
          </p:cNvSpPr>
          <p:nvPr/>
        </p:nvSpPr>
        <p:spPr>
          <a:xfrm xmlns:a="http://schemas.openxmlformats.org/drawingml/2006/main">
            <a:off x="723900" y="55435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000000"/>
                </a:solidFill>
              </a:defRPr>
            </a:defPPr>
            <a:lvl1pPr algn="l">
              <a:defRPr sz="2250" b="0">
                <a:solidFill>
                  <a:srgbClr val="000000"/>
                </a:solidFill>
              </a:defRPr>
            </a:lvl1pPr>
            <a:lvl2pPr algn="l">
              <a:defRPr sz="2250" b="0">
                <a:solidFill>
                  <a:srgbClr val="000000"/>
                </a:solidFill>
              </a:defRPr>
            </a:lvl2pPr>
            <a:lvl3pPr algn="l">
              <a:defRPr sz="2250" b="0">
                <a:solidFill>
                  <a:srgbClr val="000000"/>
                </a:solidFill>
              </a:defRPr>
            </a:lvl3pPr>
            <a:lvl4pPr algn="l">
              <a:defRPr sz="2250" b="0">
                <a:solidFill>
                  <a:srgbClr val="000000"/>
                </a:solidFill>
              </a:defRPr>
            </a:lvl4pPr>
            <a:lvl5pPr algn="l">
              <a:defRPr sz="2250" b="0">
                <a:solidFill>
                  <a:srgbClr val="000000"/>
                </a:solidFill>
              </a:defRPr>
            </a:lvl5pPr>
            <a:lvl6pPr algn="l">
              <a:defRPr sz="2250" b="0">
                <a:solidFill>
                  <a:srgbClr val="000000"/>
                </a:solidFill>
              </a:defRPr>
            </a:lvl6pPr>
            <a:lvl7pPr algn="l">
              <a:defRPr sz="2250" b="0">
                <a:solidFill>
                  <a:srgbClr val="000000"/>
                </a:solidFill>
              </a:defRPr>
            </a:lvl7pPr>
            <a:lvl8pPr algn="l">
              <a:defRPr sz="2250" b="0">
                <a:solidFill>
                  <a:srgbClr val="000000"/>
                </a:solidFill>
              </a:defRPr>
            </a:lvl8pPr>
            <a:lvl9pPr algn="l">
              <a:defRPr sz="2250" b="0">
                <a:solidFill>
                  <a:srgbClr val="000000"/>
                </a:solidFill>
              </a:defRPr>
            </a:lvl9pPr>
          </a:lstStyle>
          <a:p xmlns:a="http://schemas.openxmlformats.org/drawingml/2006/main">
            <a:pPr algn="l">
              <a:defRPr sz="2250" b="0">
                <a:solidFill>
                  <a:srgbClr val="000000"/>
                </a:solidFill>
              </a:defRPr>
            </a:pPr>
            <a:r>
              <a:rPr sz="2250" b="0">
                <a:solidFill>
                  <a:srgbClr val="000000"/>
                </a:solidFill>
              </a:rPr>
              <a:t>Các ảnh thử cho thấy mô hình đã nhận diện được tắc sống.</a:t>
            </a:r>
          </a:p>
        </p:txBody>
      </p:sp>
    </p:spTree>
    <p:extLst>
      <p:ext uri="{BB962C8B-B14F-4D97-AF65-F5344CB8AC3E}">
        <p14:creationId xmlns:p14="http://schemas.microsoft.com/office/powerpoint/2010/main" val="382258091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FB7D05-0C4E-A77F-E26E-F3AF1D5B27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defPPr>
              <a:defRPr sz="4400" b="1">
                <a:solidFill>
                  <a:srgbClr val="00A65A"/>
                </a:solidFill>
              </a:defRPr>
            </a:defPPr>
            <a:lvl1pPr>
              <a:defRPr sz="4400" b="1">
                <a:solidFill>
                  <a:srgbClr val="00A65A"/>
                </a:solidFill>
              </a:defRPr>
            </a:lvl1pPr>
            <a:lvl2pPr>
              <a:defRPr sz="4400" b="1">
                <a:solidFill>
                  <a:srgbClr val="00A65A"/>
                </a:solidFill>
              </a:defRPr>
            </a:lvl2pPr>
            <a:lvl3pPr>
              <a:defRPr sz="4400" b="1">
                <a:solidFill>
                  <a:srgbClr val="00A65A"/>
                </a:solidFill>
              </a:defRPr>
            </a:lvl3pPr>
            <a:lvl4pPr>
              <a:defRPr sz="4400" b="1">
                <a:solidFill>
                  <a:srgbClr val="00A65A"/>
                </a:solidFill>
              </a:defRPr>
            </a:lvl4pPr>
            <a:lvl5pPr>
              <a:defRPr sz="4400" b="1">
                <a:solidFill>
                  <a:srgbClr val="00A65A"/>
                </a:solidFill>
              </a:defRPr>
            </a:lvl5pPr>
            <a:lvl6pPr>
              <a:defRPr sz="4400" b="1">
                <a:solidFill>
                  <a:srgbClr val="00A65A"/>
                </a:solidFill>
              </a:defRPr>
            </a:lvl6pPr>
            <a:lvl7pPr>
              <a:defRPr sz="4400" b="1">
                <a:solidFill>
                  <a:srgbClr val="00A65A"/>
                </a:solidFill>
              </a:defRPr>
            </a:lvl7pPr>
            <a:lvl8pPr>
              <a:defRPr sz="4400" b="1">
                <a:solidFill>
                  <a:srgbClr val="00A65A"/>
                </a:solidFill>
              </a:defRPr>
            </a:lvl8pPr>
            <a:lvl9pPr>
              <a:defRPr sz="4400" b="1">
                <a:solidFill>
                  <a:srgbClr val="00A65A"/>
                </a:solidFill>
              </a:defRPr>
            </a:lvl9pPr>
          </a:lstStyle>
          <a:p xmlns:a="http://schemas.openxmlformats.org/drawingml/2006/main">
            <a:pPr>
              <a:defRPr sz="4400" b="1">
                <a:solidFill>
                  <a:srgbClr val="00A65A"/>
                </a:solidFill>
              </a:defRPr>
            </a:pPr>
            <a:r>
              <a:rPr sz="4400" b="1">
                <a:solidFill>
                  <a:srgbClr val="00A65A"/>
                </a:solidFill>
              </a:rPr>
              <a:t>7. Ví dụ nhận diện tắc hư</a:t>
            </a:r>
          </a:p>
        </p:txBody>
      </p:sp>
      <p:sp>
        <p:nvSpPr>
          <p:cNvPr id="3" name="Content Placeholder 2">
            <a:extLst xmlns:a="http://schemas.openxmlformats.org/drawingml/2006/main">
              <a:ext uri="{FF2B5EF4-FFF2-40B4-BE49-F238E27FC236}">
                <a16:creationId xmlns:a16="http://schemas.microsoft.com/office/drawing/2014/main" id="{C184955D-FD4B-EB3E-53CC-9CD6B5478F2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
            </a:r>
          </a:p>
        </p:txBody>
      </p:sp>
      <p:sp>
        <p:nvSpPr>
          <p:cNvPr id="4" name="Footer Placeholder 3">
            <a:extLst xmlns:a="http://schemas.openxmlformats.org/drawingml/2006/main">
              <a:ext uri="{FF2B5EF4-FFF2-40B4-BE49-F238E27FC236}">
                <a16:creationId xmlns:a16="http://schemas.microsoft.com/office/drawing/2014/main" id="{015C65A7-EBE0-CFEF-DECA-4B82E533706E}"/>
              </a:ext>
            </a:extLst>
          </p:cNvPr>
          <p:cNvSpPr>
            <a:spLocks xmlns:a="http://schemas.openxmlformats.org/drawingml/2006/main" noGrp="1"/>
          </p:cNvSpPr>
          <p:nvPr>
            <p:ph type="ftr" idx="11"/>
          </p:nvPr>
        </p:nvSpPr>
        <p:spPr>
          <a:xfrm xmlns:a="http://schemas.openxmlformats.org/drawingml/2006/main">
            <a:off x="4233577" y="6356318"/>
            <a:ext cx="4114800" cy="365093"/>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5" name="Slide Number Placeholder 4">
            <a:extLst xmlns:a="http://schemas.openxmlformats.org/drawingml/2006/main">
              <a:ext uri="{FF2B5EF4-FFF2-40B4-BE49-F238E27FC236}">
                <a16:creationId xmlns:a16="http://schemas.microsoft.com/office/drawing/2014/main" id="{90FB323D-3E60-D198-26D8-C64C76E694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4</a:t>
            </a:fld>
            <a:endParaRPr/>
          </a:p>
        </p:txBody>
      </p:sp>
      <p:pic>
        <p:nvPicPr>
          <p:cNvPr id="6" name="">
            <a:extLst xmlns:a="http://schemas.openxmlformats.org/drawingml/2006/main">
              <a:ext uri="{FF2B5EF4-FFF2-40B4-BE49-F238E27FC236}">
                <a16:creationId xmlns:a16="http://schemas.microsoft.com/office/drawing/2014/main" id="{7472F914-3F20-4826-98CD-93CE49A1D56D}"/>
              </a:ext>
            </a:extLst>
          </p:cNvPr>
          <p:cNvPicPr>
            <a:picLocks xmlns:a="http://schemas.openxmlformats.org/drawingml/2006/main" noChangeAspect="1"/>
          </p:cNvPicPr>
          <p:nvPr/>
        </p:nvPicPr>
        <p:blipFill>
          <a:blip xmlns:r="http://schemas.openxmlformats.org/officeDocument/2006/relationships" xmlns:a="http://schemas.openxmlformats.org/drawingml/2006/main" r:embed="R29facb6c04e7484d"/>
          <a:stretch xmlns:a="http://schemas.openxmlformats.org/drawingml/2006/main"/>
        </p:blipFill>
        <p:spPr>
          <a:xfrm xmlns:a="http://schemas.openxmlformats.org/drawingml/2006/main">
            <a:off x="1109242" y="2095500"/>
            <a:ext cx="4325191" cy="31242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72101A10-29FA-4D6A-8053-E4C92631D4EF}"/>
              </a:ext>
            </a:extLst>
          </p:cNvPr>
          <p:cNvPicPr>
            <a:picLocks xmlns:a="http://schemas.openxmlformats.org/drawingml/2006/main" noChangeAspect="1"/>
          </p:cNvPicPr>
          <p:nvPr/>
        </p:nvPicPr>
        <p:blipFill>
          <a:blip xmlns:r="http://schemas.openxmlformats.org/officeDocument/2006/relationships" xmlns:a="http://schemas.openxmlformats.org/drawingml/2006/main" r:embed="R1b682576418d404c"/>
          <a:stretch xmlns:a="http://schemas.openxmlformats.org/drawingml/2006/main"/>
        </p:blipFill>
        <p:spPr>
          <a:xfrm xmlns:a="http://schemas.openxmlformats.org/drawingml/2006/main">
            <a:off x="6406454" y="2095500"/>
            <a:ext cx="4894067" cy="31242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C309770-DDD6-4730-93A1-0F9BC3263584}"/>
              </a:ext>
            </a:extLst>
          </p:cNvPr>
          <p:cNvSpPr>
            <a:spLocks xmlns:a="http://schemas.openxmlformats.org/drawingml/2006/main" noGrp="1"/>
          </p:cNvSpPr>
          <p:nvPr/>
        </p:nvSpPr>
        <p:spPr>
          <a:xfrm xmlns:a="http://schemas.openxmlformats.org/drawingml/2006/main">
            <a:off x="723900" y="525780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100" b="1">
                <a:solidFill>
                  <a:srgbClr val="B02A24"/>
                </a:solidFill>
              </a:defRPr>
            </a:defPPr>
            <a:lvl1pPr algn="ctr">
              <a:defRPr sz="2100" b="1">
                <a:solidFill>
                  <a:srgbClr val="B02A24"/>
                </a:solidFill>
              </a:defRPr>
            </a:lvl1pPr>
            <a:lvl2pPr algn="ctr">
              <a:defRPr sz="2100" b="1">
                <a:solidFill>
                  <a:srgbClr val="B02A24"/>
                </a:solidFill>
              </a:defRPr>
            </a:lvl2pPr>
            <a:lvl3pPr algn="ctr">
              <a:defRPr sz="2100" b="1">
                <a:solidFill>
                  <a:srgbClr val="B02A24"/>
                </a:solidFill>
              </a:defRPr>
            </a:lvl3pPr>
            <a:lvl4pPr algn="ctr">
              <a:defRPr sz="2100" b="1">
                <a:solidFill>
                  <a:srgbClr val="B02A24"/>
                </a:solidFill>
              </a:defRPr>
            </a:lvl4pPr>
            <a:lvl5pPr algn="ctr">
              <a:defRPr sz="2100" b="1">
                <a:solidFill>
                  <a:srgbClr val="B02A24"/>
                </a:solidFill>
              </a:defRPr>
            </a:lvl5pPr>
            <a:lvl6pPr algn="ctr">
              <a:defRPr sz="2100" b="1">
                <a:solidFill>
                  <a:srgbClr val="B02A24"/>
                </a:solidFill>
              </a:defRPr>
            </a:lvl6pPr>
            <a:lvl7pPr algn="ctr">
              <a:defRPr sz="2100" b="1">
                <a:solidFill>
                  <a:srgbClr val="B02A24"/>
                </a:solidFill>
              </a:defRPr>
            </a:lvl7pPr>
            <a:lvl8pPr algn="ctr">
              <a:defRPr sz="2100" b="1">
                <a:solidFill>
                  <a:srgbClr val="B02A24"/>
                </a:solidFill>
              </a:defRPr>
            </a:lvl8pPr>
            <a:lvl9pPr algn="ctr">
              <a:defRPr sz="2100" b="1">
                <a:solidFill>
                  <a:srgbClr val="B02A24"/>
                </a:solidFill>
              </a:defRPr>
            </a:lvl9pPr>
          </a:lstStyle>
          <a:p xmlns:a="http://schemas.openxmlformats.org/drawingml/2006/main">
            <a:pPr algn="ctr">
              <a:defRPr sz="2100" b="1">
                <a:solidFill>
                  <a:srgbClr val="B02A24"/>
                </a:solidFill>
              </a:defRPr>
            </a:pPr>
            <a:r>
              <a:rPr sz="2100" b="1">
                <a:solidFill>
                  <a:srgbClr val="B02A24"/>
                </a:solidFill>
              </a:rPr>
              <a:t>damaged 80%</a:t>
            </a:r>
          </a:p>
        </p:txBody>
      </p:sp>
      <p:sp>
        <p:nvSpPr>
          <p:cNvPr id="9" name="">
            <a:extLst xmlns:a="http://schemas.openxmlformats.org/drawingml/2006/main">
              <a:ext uri="{FF2B5EF4-FFF2-40B4-BE49-F238E27FC236}">
                <a16:creationId xmlns:a16="http://schemas.microsoft.com/office/drawing/2014/main" id="{A34F38E4-A572-4127-A889-548A93089564}"/>
              </a:ext>
            </a:extLst>
          </p:cNvPr>
          <p:cNvSpPr>
            <a:spLocks xmlns:a="http://schemas.openxmlformats.org/drawingml/2006/main" noGrp="1"/>
          </p:cNvSpPr>
          <p:nvPr/>
        </p:nvSpPr>
        <p:spPr>
          <a:xfrm xmlns:a="http://schemas.openxmlformats.org/drawingml/2006/main">
            <a:off x="6305550" y="525780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2100" b="1">
                <a:solidFill>
                  <a:srgbClr val="B02A24"/>
                </a:solidFill>
              </a:defRPr>
            </a:defPPr>
            <a:lvl1pPr algn="ctr">
              <a:defRPr sz="2100" b="1">
                <a:solidFill>
                  <a:srgbClr val="B02A24"/>
                </a:solidFill>
              </a:defRPr>
            </a:lvl1pPr>
            <a:lvl2pPr algn="ctr">
              <a:defRPr sz="2100" b="1">
                <a:solidFill>
                  <a:srgbClr val="B02A24"/>
                </a:solidFill>
              </a:defRPr>
            </a:lvl2pPr>
            <a:lvl3pPr algn="ctr">
              <a:defRPr sz="2100" b="1">
                <a:solidFill>
                  <a:srgbClr val="B02A24"/>
                </a:solidFill>
              </a:defRPr>
            </a:lvl3pPr>
            <a:lvl4pPr algn="ctr">
              <a:defRPr sz="2100" b="1">
                <a:solidFill>
                  <a:srgbClr val="B02A24"/>
                </a:solidFill>
              </a:defRPr>
            </a:lvl4pPr>
            <a:lvl5pPr algn="ctr">
              <a:defRPr sz="2100" b="1">
                <a:solidFill>
                  <a:srgbClr val="B02A24"/>
                </a:solidFill>
              </a:defRPr>
            </a:lvl5pPr>
            <a:lvl6pPr algn="ctr">
              <a:defRPr sz="2100" b="1">
                <a:solidFill>
                  <a:srgbClr val="B02A24"/>
                </a:solidFill>
              </a:defRPr>
            </a:lvl6pPr>
            <a:lvl7pPr algn="ctr">
              <a:defRPr sz="2100" b="1">
                <a:solidFill>
                  <a:srgbClr val="B02A24"/>
                </a:solidFill>
              </a:defRPr>
            </a:lvl7pPr>
            <a:lvl8pPr algn="ctr">
              <a:defRPr sz="2100" b="1">
                <a:solidFill>
                  <a:srgbClr val="B02A24"/>
                </a:solidFill>
              </a:defRPr>
            </a:lvl8pPr>
            <a:lvl9pPr algn="ctr">
              <a:defRPr sz="2100" b="1">
                <a:solidFill>
                  <a:srgbClr val="B02A24"/>
                </a:solidFill>
              </a:defRPr>
            </a:lvl9pPr>
          </a:lstStyle>
          <a:p xmlns:a="http://schemas.openxmlformats.org/drawingml/2006/main">
            <a:pPr algn="ctr">
              <a:defRPr sz="2100" b="1">
                <a:solidFill>
                  <a:srgbClr val="B02A24"/>
                </a:solidFill>
              </a:defRPr>
            </a:pPr>
            <a:r>
              <a:rPr sz="2100" b="1">
                <a:solidFill>
                  <a:srgbClr val="B02A24"/>
                </a:solidFill>
              </a:rPr>
              <a:t>damaged 94%</a:t>
            </a:r>
          </a:p>
        </p:txBody>
      </p:sp>
      <p:sp>
        <p:nvSpPr>
          <p:cNvPr id="10" name="">
            <a:extLst xmlns:a="http://schemas.openxmlformats.org/drawingml/2006/main">
              <a:ext uri="{FF2B5EF4-FFF2-40B4-BE49-F238E27FC236}">
                <a16:creationId xmlns:a16="http://schemas.microsoft.com/office/drawing/2014/main" id="{0E3FE20D-B692-43D2-A43E-538FE04E40A7}"/>
              </a:ext>
            </a:extLst>
          </p:cNvPr>
          <p:cNvSpPr>
            <a:spLocks xmlns:a="http://schemas.openxmlformats.org/drawingml/2006/main" noGrp="1"/>
          </p:cNvSpPr>
          <p:nvPr/>
        </p:nvSpPr>
        <p:spPr>
          <a:xfrm xmlns:a="http://schemas.openxmlformats.org/drawingml/2006/main">
            <a:off x="723900" y="5772150"/>
            <a:ext cx="10744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000000"/>
                </a:solidFill>
              </a:defRPr>
            </a:defPPr>
            <a:lvl1pPr algn="l">
              <a:defRPr sz="2025" b="0">
                <a:solidFill>
                  <a:srgbClr val="000000"/>
                </a:solidFill>
              </a:defRPr>
            </a:lvl1pPr>
            <a:lvl2pPr algn="l">
              <a:defRPr sz="2025" b="0">
                <a:solidFill>
                  <a:srgbClr val="000000"/>
                </a:solidFill>
              </a:defRPr>
            </a:lvl2pPr>
            <a:lvl3pPr algn="l">
              <a:defRPr sz="2025" b="0">
                <a:solidFill>
                  <a:srgbClr val="000000"/>
                </a:solidFill>
              </a:defRPr>
            </a:lvl3pPr>
            <a:lvl4pPr algn="l">
              <a:defRPr sz="2025" b="0">
                <a:solidFill>
                  <a:srgbClr val="000000"/>
                </a:solidFill>
              </a:defRPr>
            </a:lvl4pPr>
            <a:lvl5pPr algn="l">
              <a:defRPr sz="2025" b="0">
                <a:solidFill>
                  <a:srgbClr val="000000"/>
                </a:solidFill>
              </a:defRPr>
            </a:lvl5pPr>
            <a:lvl6pPr algn="l">
              <a:defRPr sz="2025" b="0">
                <a:solidFill>
                  <a:srgbClr val="000000"/>
                </a:solidFill>
              </a:defRPr>
            </a:lvl6pPr>
            <a:lvl7pPr algn="l">
              <a:defRPr sz="2025" b="0">
                <a:solidFill>
                  <a:srgbClr val="000000"/>
                </a:solidFill>
              </a:defRPr>
            </a:lvl7pPr>
            <a:lvl8pPr algn="l">
              <a:defRPr sz="2025" b="0">
                <a:solidFill>
                  <a:srgbClr val="000000"/>
                </a:solidFill>
              </a:defRPr>
            </a:lvl8pPr>
            <a:lvl9pPr algn="l">
              <a:defRPr sz="2025" b="0">
                <a:solidFill>
                  <a:srgbClr val="000000"/>
                </a:solidFill>
              </a:defRPr>
            </a:lvl9pPr>
          </a:lstStyle>
          <a:p xmlns:a="http://schemas.openxmlformats.org/drawingml/2006/main">
            <a:pPr algn="l">
              <a:defRPr sz="2025" b="0">
                <a:solidFill>
                  <a:srgbClr val="000000"/>
                </a:solidFill>
              </a:defRPr>
            </a:pPr>
            <a:r>
              <a:rPr sz="2025" b="0">
                <a:solidFill>
                  <a:srgbClr val="000000"/>
                </a:solidFill>
              </a:rPr>
              <a:t>% trên ảnh là độ tin cậy từng dự đoán, chưa phải độ chính xác chung.</a:t>
            </a:r>
          </a:p>
        </p:txBody>
      </p:sp>
    </p:spTree>
    <p:extLst>
      <p:ext uri="{BB962C8B-B14F-4D97-AF65-F5344CB8AC3E}">
        <p14:creationId xmlns:p14="http://schemas.microsoft.com/office/powerpoint/2010/main" val="382258091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FB7D05-0C4E-A77F-E26E-F3AF1D5B27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defPPr>
              <a:defRPr sz="4400" b="1">
                <a:solidFill>
                  <a:srgbClr val="00A65A"/>
                </a:solidFill>
              </a:defRPr>
            </a:defPPr>
            <a:lvl1pPr>
              <a:defRPr sz="4400" b="1">
                <a:solidFill>
                  <a:srgbClr val="00A65A"/>
                </a:solidFill>
              </a:defRPr>
            </a:lvl1pPr>
            <a:lvl2pPr>
              <a:defRPr sz="4400" b="1">
                <a:solidFill>
                  <a:srgbClr val="00A65A"/>
                </a:solidFill>
              </a:defRPr>
            </a:lvl2pPr>
            <a:lvl3pPr>
              <a:defRPr sz="4400" b="1">
                <a:solidFill>
                  <a:srgbClr val="00A65A"/>
                </a:solidFill>
              </a:defRPr>
            </a:lvl3pPr>
            <a:lvl4pPr>
              <a:defRPr sz="4400" b="1">
                <a:solidFill>
                  <a:srgbClr val="00A65A"/>
                </a:solidFill>
              </a:defRPr>
            </a:lvl4pPr>
            <a:lvl5pPr>
              <a:defRPr sz="4400" b="1">
                <a:solidFill>
                  <a:srgbClr val="00A65A"/>
                </a:solidFill>
              </a:defRPr>
            </a:lvl5pPr>
            <a:lvl6pPr>
              <a:defRPr sz="4400" b="1">
                <a:solidFill>
                  <a:srgbClr val="00A65A"/>
                </a:solidFill>
              </a:defRPr>
            </a:lvl6pPr>
            <a:lvl7pPr>
              <a:defRPr sz="4400" b="1">
                <a:solidFill>
                  <a:srgbClr val="00A65A"/>
                </a:solidFill>
              </a:defRPr>
            </a:lvl7pPr>
            <a:lvl8pPr>
              <a:defRPr sz="4400" b="1">
                <a:solidFill>
                  <a:srgbClr val="00A65A"/>
                </a:solidFill>
              </a:defRPr>
            </a:lvl8pPr>
            <a:lvl9pPr>
              <a:defRPr sz="4400" b="1">
                <a:solidFill>
                  <a:srgbClr val="00A65A"/>
                </a:solidFill>
              </a:defRPr>
            </a:lvl9pPr>
          </a:lstStyle>
          <a:p xmlns:a="http://schemas.openxmlformats.org/drawingml/2006/main">
            <a:pPr>
              <a:defRPr sz="4400" b="1">
                <a:solidFill>
                  <a:srgbClr val="00A65A"/>
                </a:solidFill>
              </a:defRPr>
            </a:pPr>
            <a:r>
              <a:rPr sz="4400" b="1">
                <a:solidFill>
                  <a:srgbClr val="00A65A"/>
                </a:solidFill>
              </a:rPr>
              <a:t>8. Kế hoạch tiếp theo</a:t>
            </a:r>
          </a:p>
        </p:txBody>
      </p:sp>
      <p:sp>
        <p:nvSpPr>
          <p:cNvPr id="3" name="Content Placeholder 2">
            <a:extLst xmlns:a="http://schemas.openxmlformats.org/drawingml/2006/main">
              <a:ext uri="{FF2B5EF4-FFF2-40B4-BE49-F238E27FC236}">
                <a16:creationId xmlns:a16="http://schemas.microsoft.com/office/drawing/2014/main" id="{C184955D-FD4B-EB3E-53CC-9CD6B5478F2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r>
              <a:t/>
            </a:r>
          </a:p>
        </p:txBody>
      </p:sp>
      <p:sp>
        <p:nvSpPr>
          <p:cNvPr id="4" name="Footer Placeholder 3">
            <a:extLst xmlns:a="http://schemas.openxmlformats.org/drawingml/2006/main">
              <a:ext uri="{FF2B5EF4-FFF2-40B4-BE49-F238E27FC236}">
                <a16:creationId xmlns:a16="http://schemas.microsoft.com/office/drawing/2014/main" id="{015C65A7-EBE0-CFEF-DECA-4B82E533706E}"/>
              </a:ext>
            </a:extLst>
          </p:cNvPr>
          <p:cNvSpPr>
            <a:spLocks xmlns:a="http://schemas.openxmlformats.org/drawingml/2006/main" noGrp="1"/>
          </p:cNvSpPr>
          <p:nvPr>
            <p:ph type="ftr" idx="11"/>
          </p:nvPr>
        </p:nvSpPr>
        <p:spPr>
          <a:xfrm xmlns:a="http://schemas.openxmlformats.org/drawingml/2006/main">
            <a:off x="4233577" y="6356318"/>
            <a:ext cx="4114800" cy="365093"/>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5" name="Slide Number Placeholder 4">
            <a:extLst xmlns:a="http://schemas.openxmlformats.org/drawingml/2006/main">
              <a:ext uri="{FF2B5EF4-FFF2-40B4-BE49-F238E27FC236}">
                <a16:creationId xmlns:a16="http://schemas.microsoft.com/office/drawing/2014/main" id="{90FB323D-3E60-D198-26D8-C64C76E694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4</a:t>
            </a:fld>
            <a:endParaRPr/>
          </a:p>
        </p:txBody>
      </p:sp>
      <p:sp>
        <p:nvSpPr>
          <p:cNvPr id="6" name="">
            <a:extLst xmlns:a="http://schemas.openxmlformats.org/drawingml/2006/main">
              <a:ext uri="{FF2B5EF4-FFF2-40B4-BE49-F238E27FC236}">
                <a16:creationId xmlns:a16="http://schemas.microsoft.com/office/drawing/2014/main" id="{CD313CF0-7A6A-468A-B72A-5AD10EE6D352}"/>
              </a:ext>
            </a:extLst>
          </p:cNvPr>
          <p:cNvSpPr>
            <a:spLocks xmlns:a="http://schemas.openxmlformats.org/drawingml/2006/main" noGrp="1"/>
          </p:cNvSpPr>
          <p:nvPr/>
        </p:nvSpPr>
        <p:spPr>
          <a:xfrm xmlns:a="http://schemas.openxmlformats.org/drawingml/2006/main">
            <a:off x="723900" y="21717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Đánh giá đủ 3 nhóm trên bộ ảnh kiểm tra riêng.</a:t>
            </a:r>
          </a:p>
        </p:txBody>
      </p:sp>
      <p:sp>
        <p:nvSpPr>
          <p:cNvPr id="7" name="">
            <a:extLst xmlns:a="http://schemas.openxmlformats.org/drawingml/2006/main">
              <a:ext uri="{FF2B5EF4-FFF2-40B4-BE49-F238E27FC236}">
                <a16:creationId xmlns:a16="http://schemas.microsoft.com/office/drawing/2014/main" id="{76C1ABAF-96DD-4AF5-BAB6-16F61710CB1A}"/>
              </a:ext>
            </a:extLst>
          </p:cNvPr>
          <p:cNvSpPr>
            <a:spLocks xmlns:a="http://schemas.openxmlformats.org/drawingml/2006/main" noGrp="1"/>
          </p:cNvSpPr>
          <p:nvPr/>
        </p:nvSpPr>
        <p:spPr>
          <a:xfrm xmlns:a="http://schemas.openxmlformats.org/drawingml/2006/main">
            <a:off x="723900" y="30099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Chạy mô hình trên Pi 5, đo tốc độ và độ trễ nhận diện.</a:t>
            </a:r>
          </a:p>
        </p:txBody>
      </p:sp>
      <p:sp>
        <p:nvSpPr>
          <p:cNvPr id="8" name="">
            <a:extLst xmlns:a="http://schemas.openxmlformats.org/drawingml/2006/main">
              <a:ext uri="{FF2B5EF4-FFF2-40B4-BE49-F238E27FC236}">
                <a16:creationId xmlns:a16="http://schemas.microsoft.com/office/drawing/2014/main" id="{832645E3-9E03-4326-89BA-335B21552E86}"/>
              </a:ext>
            </a:extLst>
          </p:cNvPr>
          <p:cNvSpPr>
            <a:spLocks xmlns:a="http://schemas.openxmlformats.org/drawingml/2006/main" noGrp="1"/>
          </p:cNvSpPr>
          <p:nvPr/>
        </p:nvSpPr>
        <p:spPr>
          <a:xfrm xmlns:a="http://schemas.openxmlformats.org/drawingml/2006/main">
            <a:off x="723900" y="38481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Ghép UART, cảm biến và servo, thử phân loại trên băng tải.</a:t>
            </a:r>
          </a:p>
        </p:txBody>
      </p:sp>
      <p:sp>
        <p:nvSpPr>
          <p:cNvPr id="9" name="">
            <a:extLst xmlns:a="http://schemas.openxmlformats.org/drawingml/2006/main">
              <a:ext uri="{FF2B5EF4-FFF2-40B4-BE49-F238E27FC236}">
                <a16:creationId xmlns:a16="http://schemas.microsoft.com/office/drawing/2014/main" id="{3ACC36CA-BE76-4A59-8CC7-2BCA9373648C}"/>
              </a:ext>
            </a:extLst>
          </p:cNvPr>
          <p:cNvSpPr>
            <a:spLocks xmlns:a="http://schemas.openxmlformats.org/drawingml/2006/main" noGrp="1"/>
          </p:cNvSpPr>
          <p:nvPr/>
        </p:nvSpPr>
        <p:spPr>
          <a:xfrm xmlns:a="http://schemas.openxmlformats.org/drawingml/2006/main">
            <a:off x="723900" y="468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0">
                <a:solidFill>
                  <a:srgbClr val="000000"/>
                </a:solidFill>
              </a:defRPr>
            </a:defPPr>
            <a:lvl1pPr algn="l">
              <a:defRPr sz="2550" b="0">
                <a:solidFill>
                  <a:srgbClr val="000000"/>
                </a:solidFill>
              </a:defRPr>
            </a:lvl1pPr>
            <a:lvl2pPr algn="l">
              <a:defRPr sz="2550" b="0">
                <a:solidFill>
                  <a:srgbClr val="000000"/>
                </a:solidFill>
              </a:defRPr>
            </a:lvl2pPr>
            <a:lvl3pPr algn="l">
              <a:defRPr sz="2550" b="0">
                <a:solidFill>
                  <a:srgbClr val="000000"/>
                </a:solidFill>
              </a:defRPr>
            </a:lvl3pPr>
            <a:lvl4pPr algn="l">
              <a:defRPr sz="2550" b="0">
                <a:solidFill>
                  <a:srgbClr val="000000"/>
                </a:solidFill>
              </a:defRPr>
            </a:lvl4pPr>
            <a:lvl5pPr algn="l">
              <a:defRPr sz="2550" b="0">
                <a:solidFill>
                  <a:srgbClr val="000000"/>
                </a:solidFill>
              </a:defRPr>
            </a:lvl5pPr>
            <a:lvl6pPr algn="l">
              <a:defRPr sz="2550" b="0">
                <a:solidFill>
                  <a:srgbClr val="000000"/>
                </a:solidFill>
              </a:defRPr>
            </a:lvl6pPr>
            <a:lvl7pPr algn="l">
              <a:defRPr sz="2550" b="0">
                <a:solidFill>
                  <a:srgbClr val="000000"/>
                </a:solidFill>
              </a:defRPr>
            </a:lvl7pPr>
            <a:lvl8pPr algn="l">
              <a:defRPr sz="2550" b="0">
                <a:solidFill>
                  <a:srgbClr val="000000"/>
                </a:solidFill>
              </a:defRPr>
            </a:lvl8pPr>
            <a:lvl9pPr algn="l">
              <a:defRPr sz="2550" b="0">
                <a:solidFill>
                  <a:srgbClr val="000000"/>
                </a:solidFill>
              </a:defRPr>
            </a:lvl9pPr>
          </a:lstStyle>
          <a:p xmlns:a="http://schemas.openxmlformats.org/drawingml/2006/main">
            <a:pPr algn="l">
              <a:defRPr sz="2550" b="0">
                <a:solidFill>
                  <a:srgbClr val="000000"/>
                </a:solidFill>
              </a:defRPr>
            </a:pPr>
            <a:r>
              <a:rPr sz="2550" b="0">
                <a:solidFill>
                  <a:srgbClr val="000000"/>
                </a:solidFill>
              </a:rPr>
              <a:t>Làm dashboard đếm quả theo ngày, ưu tiên xử lý bằng ngắt.</a:t>
            </a:r>
          </a:p>
        </p:txBody>
      </p:sp>
    </p:spTree>
    <p:extLst>
      <p:ext uri="{BB962C8B-B14F-4D97-AF65-F5344CB8AC3E}">
        <p14:creationId xmlns:p14="http://schemas.microsoft.com/office/powerpoint/2010/main" val="382258091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5E66C3B3-F2E0-6278-52E2-3393C104308D}"/>
              </a:ext>
            </a:extLst>
          </p:cNvPr>
          <p:cNvSpPr>
            <a:spLocks xmlns:a="http://schemas.openxmlformats.org/drawingml/2006/main" noGrp="1"/>
          </p:cNvSpPr>
          <p:nvPr>
            <p:ph type="ftr" idx="11"/>
          </p:nvPr>
        </p:nvSpPr>
        <p:spPr>
          <a:xfrm xmlns:a="http://schemas.openxmlformats.org/drawingml/2006/main">
            <a:off x="4233577" y="6356318"/>
            <a:ext cx="4114800" cy="365093"/>
          </a:xfrm>
        </p:spPr>
        <p:txBody>
          <a:bodyPr xmlns:a="http://schemas.openxmlformats.org/drawingml/2006/main"/>
          <a:lstStyle xmlns:a="http://schemas.openxmlformats.org/drawingml/2006/main"/>
          <a:p xmlns:a="http://schemas.openxmlformats.org/drawingml/2006/main">
            <a:r>
              <a:t>Copyrights 2024 CE-UIT. All Rights Reserved.</a:t>
            </a:r>
            <a:endParaRPr/>
          </a:p>
        </p:txBody>
      </p:sp>
      <p:sp>
        <p:nvSpPr>
          <p:cNvPr id="3" name="Slide Number Placeholder 2">
            <a:extLst xmlns:a="http://schemas.openxmlformats.org/drawingml/2006/main">
              <a:ext uri="{FF2B5EF4-FFF2-40B4-BE49-F238E27FC236}">
                <a16:creationId xmlns:a16="http://schemas.microsoft.com/office/drawing/2014/main" id="{8CE5A67D-F1E3-E814-8051-6DF9973165E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48F63A3B-78C7-47BE-AE5E-E10140E04643}" type="slidenum">
              <a:t>14</a:t>
            </a:fld>
            <a:endParaRPr/>
          </a:p>
        </p:txBody>
      </p:sp>
      <p:sp>
        <p:nvSpPr>
          <p:cNvPr id="4" name="Title 3">
            <a:extLst xmlns:a="http://schemas.openxmlformats.org/drawingml/2006/main">
              <a:ext uri="{FF2B5EF4-FFF2-40B4-BE49-F238E27FC236}">
                <a16:creationId xmlns:a16="http://schemas.microsoft.com/office/drawing/2014/main" id="{49F7406D-4210-10C7-B19B-033A768DB3F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defPPr>
              <a:defRPr sz="4275" b="1">
                <a:solidFill>
                  <a:srgbClr val="FFFFFF"/>
                </a:solidFill>
              </a:defRPr>
            </a:defPPr>
            <a:lvl1pPr>
              <a:defRPr sz="4275" b="1">
                <a:solidFill>
                  <a:srgbClr val="FFFFFF"/>
                </a:solidFill>
              </a:defRPr>
            </a:lvl1pPr>
            <a:lvl2pPr>
              <a:defRPr sz="4275" b="1">
                <a:solidFill>
                  <a:srgbClr val="FFFFFF"/>
                </a:solidFill>
              </a:defRPr>
            </a:lvl2pPr>
            <a:lvl3pPr>
              <a:defRPr sz="4275" b="1">
                <a:solidFill>
                  <a:srgbClr val="FFFFFF"/>
                </a:solidFill>
              </a:defRPr>
            </a:lvl3pPr>
            <a:lvl4pPr>
              <a:defRPr sz="4275" b="1">
                <a:solidFill>
                  <a:srgbClr val="FFFFFF"/>
                </a:solidFill>
              </a:defRPr>
            </a:lvl4pPr>
            <a:lvl5pPr>
              <a:defRPr sz="4275" b="1">
                <a:solidFill>
                  <a:srgbClr val="FFFFFF"/>
                </a:solidFill>
              </a:defRPr>
            </a:lvl5pPr>
            <a:lvl6pPr>
              <a:defRPr sz="4275" b="1">
                <a:solidFill>
                  <a:srgbClr val="FFFFFF"/>
                </a:solidFill>
              </a:defRPr>
            </a:lvl6pPr>
            <a:lvl7pPr>
              <a:defRPr sz="4275" b="1">
                <a:solidFill>
                  <a:srgbClr val="FFFFFF"/>
                </a:solidFill>
              </a:defRPr>
            </a:lvl7pPr>
            <a:lvl8pPr>
              <a:defRPr sz="4275" b="1">
                <a:solidFill>
                  <a:srgbClr val="FFFFFF"/>
                </a:solidFill>
              </a:defRPr>
            </a:lvl8pPr>
            <a:lvl9pPr>
              <a:defRPr sz="4275" b="1">
                <a:solidFill>
                  <a:srgbClr val="FFFFFF"/>
                </a:solidFill>
              </a:defRPr>
            </a:lvl9pPr>
          </a:lstStyle>
          <a:p xmlns:a="http://schemas.openxmlformats.org/drawingml/2006/main">
            <a:pPr>
              <a:defRPr sz="4275" b="1">
                <a:solidFill>
                  <a:srgbClr val="FFFFFF"/>
                </a:solidFill>
              </a:defRPr>
            </a:pPr>
            <a:r>
              <a:rPr sz="4275" b="1">
                <a:solidFill>
                  <a:srgbClr val="FFFFFF"/>
                </a:solidFill>
              </a:rPr>
              <a:t>CẢM ƠN THẦY VÀ CÁC BẠN</a:t>
            </a:r>
          </a:p>
        </p:txBody>
      </p:sp>
      <p:sp>
        <p:nvSpPr>
          <p:cNvPr id="5" name="Text Placeholder 4">
            <a:extLst xmlns:a="http://schemas.openxmlformats.org/drawingml/2006/main">
              <a:ext uri="{FF2B5EF4-FFF2-40B4-BE49-F238E27FC236}">
                <a16:creationId xmlns:a16="http://schemas.microsoft.com/office/drawing/2014/main" id="{EB3CF649-1DEF-53C1-77C5-996EF43FAEE0}"/>
              </a:ext>
            </a:extLst>
          </p:cNvPr>
          <p:cNvSpPr>
            <a:spLocks xmlns:a="http://schemas.openxmlformats.org/drawingml/2006/main" noGrp="1"/>
          </p:cNvSpPr>
          <p:nvPr>
            <p:ph type="body" idx="1"/>
          </p:nvPr>
        </p:nvSpPr>
        <p:spPr>
          <a:xfrm xmlns:a="http://schemas.openxmlformats.org/drawingml/2006/main">
            <a:off x="1653350" y="4108228"/>
            <a:ext cx="9048750" cy="742950"/>
          </a:xfrm>
        </p:spPr>
        <p:txBody>
          <a:bodyPr xmlns:a="http://schemas.openxmlformats.org/drawingml/2006/main"/>
          <a:lstStyle xmlns:a="http://schemas.openxmlformats.org/drawingml/2006/main">
            <a:defPPr>
              <a:defRPr sz="2400">
                <a:solidFill>
                  <a:srgbClr val="FFFFFF"/>
                </a:solidFill>
              </a:defRPr>
            </a:defPPr>
            <a:lvl1pPr>
              <a:defRPr sz="2400">
                <a:solidFill>
                  <a:srgbClr val="FFFFFF"/>
                </a:solidFill>
              </a:defRPr>
            </a:lvl1pPr>
            <a:lvl2pPr>
              <a:defRPr sz="2400">
                <a:solidFill>
                  <a:srgbClr val="FFFFFF"/>
                </a:solidFill>
              </a:defRPr>
            </a:lvl2pPr>
            <a:lvl3pPr>
              <a:defRPr sz="2400">
                <a:solidFill>
                  <a:srgbClr val="FFFFFF"/>
                </a:solidFill>
              </a:defRPr>
            </a:lvl3pPr>
            <a:lvl4pPr>
              <a:defRPr sz="2400">
                <a:solidFill>
                  <a:srgbClr val="FFFFFF"/>
                </a:solidFill>
              </a:defRPr>
            </a:lvl4pPr>
            <a:lvl5pPr>
              <a:defRPr sz="2400">
                <a:solidFill>
                  <a:srgbClr val="FFFFFF"/>
                </a:solidFill>
              </a:defRPr>
            </a:lvl5pPr>
            <a:lvl6pPr>
              <a:defRPr sz="2400">
                <a:solidFill>
                  <a:srgbClr val="FFFFFF"/>
                </a:solidFill>
              </a:defRPr>
            </a:lvl6pPr>
            <a:lvl7pPr>
              <a:defRPr sz="2400">
                <a:solidFill>
                  <a:srgbClr val="FFFFFF"/>
                </a:solidFill>
              </a:defRPr>
            </a:lvl7pPr>
            <a:lvl8pPr>
              <a:defRPr sz="2400">
                <a:solidFill>
                  <a:srgbClr val="FFFFFF"/>
                </a:solidFill>
              </a:defRPr>
            </a:lvl8pPr>
            <a:lvl9pPr>
              <a:defRPr sz="2400">
                <a:solidFill>
                  <a:srgbClr val="FFFFFF"/>
                </a:solidFill>
              </a:defRPr>
            </a:lvl9pPr>
          </a:lstStyle>
          <a:p xmlns:a="http://schemas.openxmlformats.org/drawingml/2006/main">
            <a:pPr>
              <a:defRPr sz="2400">
                <a:solidFill>
                  <a:srgbClr val="FFFFFF"/>
                </a:solidFill>
              </a:defRPr>
            </a:pPr>
            <a:r>
              <a:rPr sz="2400">
                <a:solidFill>
                  <a:srgbClr val="FFFFFF"/>
                </a:solidFill>
              </a:rPr>
              <a:t>Nhóm xin nhận góp ý và trả lời câu hỏi</a:t>
            </a:r>
            <a:endParaRPr/>
          </a:p>
        </p:txBody>
      </p:sp>
      <p:sp>
        <p:nvSpPr>
          <p:cNvPr id="6" name="Content Placeholder 5">
            <a:extLst xmlns:a="http://schemas.openxmlformats.org/drawingml/2006/main">
              <a:ext uri="{FF2B5EF4-FFF2-40B4-BE49-F238E27FC236}">
                <a16:creationId xmlns:a16="http://schemas.microsoft.com/office/drawing/2014/main" id="{4588B07E-997D-5857-E9C5-29F28FD9964F}"/>
              </a:ext>
            </a:extLst>
          </p:cNvPr>
          <p:cNvSpPr>
            <a:spLocks xmlns:a="http://schemas.openxmlformats.org/drawingml/2006/main" noGrp="1"/>
          </p:cNvSpPr>
          <p:nvPr>
            <p:ph idx="13"/>
          </p:nvPr>
        </p:nvSpPr>
        <p:spPr/>
        <p:txBody>
          <a:bodyPr xmlns:a="http://schemas.openxmlformats.org/drawingml/2006/main"/>
          <a:lstStyle xmlns:a="http://schemas.openxmlformats.org/drawingml/2006/main"/>
          <a:p xmlns:a="http://schemas.openxmlformats.org/drawingml/2006/main">
            <a:r>
              <a:t/>
            </a:r>
          </a:p>
        </p:txBody>
      </p:sp>
    </p:spTree>
    <p:extLst>
      <p:ext uri="{BB962C8B-B14F-4D97-AF65-F5344CB8AC3E}">
        <p14:creationId xmlns:p14="http://schemas.microsoft.com/office/powerpoint/2010/main" val="3151421997"/>
      </p:ext>
    </p:extLst>
  </p:cSld>
</p:sld>
</file>

<file path=ppt/theme/theme1.xml><?xml version="1.0" encoding="utf-8"?>
<a:theme xmlns:a="http://schemas.openxmlformats.org/drawingml/2006/main" name="Office Theme">
  <a:themeElements>
    <a:clrScheme name="FCE Green v2">
      <a:dk1>
        <a:srgbClr val="000000"/>
      </a:dk1>
      <a:lt1>
        <a:srgbClr val="FFFFFF"/>
      </a:lt1>
      <a:dk2>
        <a:srgbClr val="455F51"/>
      </a:dk2>
      <a:lt2>
        <a:srgbClr val="E3DED1"/>
      </a:lt2>
      <a:accent1>
        <a:srgbClr val="549E39"/>
      </a:accent1>
      <a:accent2>
        <a:srgbClr val="0071FF"/>
      </a:accent2>
      <a:accent3>
        <a:srgbClr val="38EF7D"/>
      </a:accent3>
      <a:accent4>
        <a:srgbClr val="029676"/>
      </a:accent4>
      <a:accent5>
        <a:srgbClr val="F5AF19"/>
      </a:accent5>
      <a:accent6>
        <a:srgbClr val="F12711"/>
      </a:accent6>
      <a:hlink>
        <a:srgbClr val="6B9F25"/>
      </a:hlink>
      <a:folHlink>
        <a:srgbClr val="BA6906"/>
      </a:folHlink>
    </a:clrScheme>
    <a:fontScheme name="Times New Roman-Arial">
      <a:maj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CE Green v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2026-10-28T15:12:37.6810000Z</dcterms:created>
  <dcterms:modified xsi:type="dcterms:W3CDTF">2026-10-28T15:12:37.6810000Z</dcterms:modified>
</coreProperties>
</file>